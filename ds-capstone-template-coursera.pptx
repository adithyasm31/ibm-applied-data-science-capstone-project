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2" r:id="rId4"/>
  </p:sldMasterIdLst>
  <p:notesMasterIdLst>
    <p:notesMasterId r:id="rId52"/>
  </p:notesMasterIdLst>
  <p:handoutMasterIdLst>
    <p:handoutMasterId r:id="rId53"/>
  </p:handoutMasterIdLst>
  <p:sldIdLst>
    <p:sldId id="327" r:id="rId5"/>
    <p:sldId id="330" r:id="rId6"/>
    <p:sldId id="331" r:id="rId7"/>
    <p:sldId id="332" r:id="rId8"/>
    <p:sldId id="298" r:id="rId9"/>
    <p:sldId id="262" r:id="rId10"/>
    <p:sldId id="263" r:id="rId11"/>
    <p:sldId id="299" r:id="rId12"/>
    <p:sldId id="302" r:id="rId13"/>
    <p:sldId id="264" r:id="rId14"/>
    <p:sldId id="266" r:id="rId15"/>
    <p:sldId id="265" r:id="rId16"/>
    <p:sldId id="276" r:id="rId17"/>
    <p:sldId id="303" r:id="rId18"/>
    <p:sldId id="293" r:id="rId19"/>
    <p:sldId id="277" r:id="rId20"/>
    <p:sldId id="284" r:id="rId21"/>
    <p:sldId id="269" r:id="rId22"/>
    <p:sldId id="304" r:id="rId23"/>
    <p:sldId id="305" r:id="rId24"/>
    <p:sldId id="307" r:id="rId25"/>
    <p:sldId id="306" r:id="rId26"/>
    <p:sldId id="308" r:id="rId27"/>
    <p:sldId id="270" r:id="rId28"/>
    <p:sldId id="309" r:id="rId29"/>
    <p:sldId id="310" r:id="rId30"/>
    <p:sldId id="311" r:id="rId31"/>
    <p:sldId id="312" r:id="rId32"/>
    <p:sldId id="314" r:id="rId33"/>
    <p:sldId id="313" r:id="rId34"/>
    <p:sldId id="315" r:id="rId35"/>
    <p:sldId id="316" r:id="rId36"/>
    <p:sldId id="317" r:id="rId37"/>
    <p:sldId id="294" r:id="rId38"/>
    <p:sldId id="296" r:id="rId39"/>
    <p:sldId id="318" r:id="rId40"/>
    <p:sldId id="319" r:id="rId41"/>
    <p:sldId id="321" r:id="rId42"/>
    <p:sldId id="322" r:id="rId43"/>
    <p:sldId id="323" r:id="rId44"/>
    <p:sldId id="324" r:id="rId45"/>
    <p:sldId id="288" r:id="rId46"/>
    <p:sldId id="289" r:id="rId47"/>
    <p:sldId id="320" r:id="rId48"/>
    <p:sldId id="274" r:id="rId49"/>
    <p:sldId id="275" r:id="rId50"/>
    <p:sldId id="329" r:id="rId51"/>
  </p:sldIdLst>
  <p:sldSz cx="12192000" cy="6858000"/>
  <p:notesSz cx="6858000" cy="18573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e Malcolm" initials="RM" lastIdx="1" clrIdx="0">
    <p:extLst>
      <p:ext uri="{19B8F6BF-5375-455C-9EA6-DF929625EA0E}">
        <p15:presenceInfo xmlns:p15="http://schemas.microsoft.com/office/powerpoint/2012/main" userId="Rose Malcolm" providerId="None"/>
      </p:ext>
    </p:extLst>
  </p:cmAuthor>
  <p:cmAuthor id="2" name="Rose Malcolm" initials="RM [2]" lastIdx="7" clrIdx="1">
    <p:extLst>
      <p:ext uri="{19B8F6BF-5375-455C-9EA6-DF929625EA0E}">
        <p15:presenceInfo xmlns:p15="http://schemas.microsoft.com/office/powerpoint/2012/main" userId="17c9fa32013483c0" providerId="Windows Live"/>
      </p:ext>
    </p:extLst>
  </p:cmAuthor>
  <p:cmAuthor id="3" name="Ramesh Sannareddy" initials="RS" lastIdx="7" clrIdx="2">
    <p:extLst>
      <p:ext uri="{19B8F6BF-5375-455C-9EA6-DF929625EA0E}">
        <p15:presenceInfo xmlns:p15="http://schemas.microsoft.com/office/powerpoint/2012/main" userId="YZ5PSXVD06EfD4/04RF+4IpszM4ZmL7FtUZDJf4jPLA=" providerId="None"/>
      </p:ext>
    </p:extLst>
  </p:cmAuthor>
  <p:cmAuthor id="4" name="UPKAR LIDDER" initials="UL" lastIdx="2" clrIdx="3"/>
  <p:cmAuthor id="5" name="Leon Katsnelson" initials="LK" lastIdx="21" clrIdx="4">
    <p:extLst>
      <p:ext uri="{19B8F6BF-5375-455C-9EA6-DF929625EA0E}">
        <p15:presenceInfo xmlns:p15="http://schemas.microsoft.com/office/powerpoint/2012/main" userId="S::leon@ca.ibm.com::68697268-d1ba-4c91-8538-7f4d439d4f70" providerId="AD"/>
      </p:ext>
    </p:extLst>
  </p:cmAuthor>
  <p:cmAuthor id="6" name="YAN LUO" initials="YL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48CB"/>
    <a:srgbClr val="0B49CB"/>
    <a:srgbClr val="F2F4F8"/>
    <a:srgbClr val="1C7DDB"/>
    <a:srgbClr val="121619"/>
    <a:srgbClr val="F2F2F2"/>
    <a:srgbClr val="145579"/>
    <a:srgbClr val="3A6483"/>
    <a:srgbClr val="204E79"/>
    <a:srgbClr val="0054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8C9EB8-3540-3DFA-9212-535EE18E0E11}" v="77" dt="2021-07-12T20:33:42.116"/>
    <p1510:client id="{10340FDF-B15C-4CFF-B487-146F9B98A252}" v="28" dt="2021-08-10T21:47:37.589"/>
    <p1510:client id="{3BA0D230-C853-4667-83F9-D85E65BD4B24}" v="2" dt="2021-08-19T16:32:24.566"/>
    <p1510:client id="{5A0AAAB8-49A6-F942-A54D-C6F3E5FF3A63}" v="89" dt="2021-07-13T17:54:45.232"/>
    <p1510:client id="{76DF6DB8-F2E5-6C48-9ABE-786D868B0110}" v="955" dt="2021-07-13T17:56:41.616"/>
    <p1510:client id="{7FB42E05-DEC9-4126-B474-47B35F363E13}" v="30" dt="2021-07-12T20:25:12.855"/>
    <p1510:client id="{82D0390A-222A-332D-F9F9-70D15093EB60}" v="22" dt="2021-07-13T17:51:30.429"/>
    <p1510:client id="{86B35720-4193-446F-B2D5-9AD9984A55EF}" v="513" dt="2021-08-19T14:59:06.521"/>
    <p1510:client id="{998F4E3E-1A76-4A6B-98B6-08752F3768B3}" v="4" dt="2021-08-10T21:41:11.021"/>
    <p1510:client id="{9F30A1D2-6717-426C-A658-3A50309723ED}" v="4" dt="2021-08-10T21:42:35.526"/>
    <p1510:client id="{B63C8988-E1D3-4A52-8229-FA8C5EBD2ECD}" v="357" dt="2021-08-19T14:01:44.876"/>
    <p1510:client id="{C083896D-BE66-E85C-897C-A6AD0DF65F8C}" v="2226" dt="2021-07-13T17:34:38.142"/>
    <p1510:client id="{CC69BAD0-B878-4D5F-9EDC-F1CFB63E14B5}" v="190" dt="2021-08-18T18:06:57.811"/>
  </p1510:revLst>
</p1510:revInfo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01"/>
    <p:restoredTop sz="85174"/>
  </p:normalViewPr>
  <p:slideViewPr>
    <p:cSldViewPr snapToGrid="0" snapToObjects="1">
      <p:cViewPr varScale="1">
        <p:scale>
          <a:sx n="81" d="100"/>
          <a:sy n="81" d="100"/>
        </p:scale>
        <p:origin x="142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handoutMaster" Target="handoutMasters/handoutMaster1.xml"/><Relationship Id="rId58" Type="http://schemas.openxmlformats.org/officeDocument/2006/relationships/tableStyles" Target="tableStyle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heme" Target="theme/theme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notesMaster" Target="notesMasters/notesMaster1.xml"/><Relationship Id="rId6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naasgaraly@ibm.com" clId="Web-{CC69BAD0-B878-4D5F-9EDC-F1CFB63E14B5}"/>
    <pc:docChg chg="modSld">
      <pc:chgData name="annaasgaraly@ibm.com" userId="" providerId="" clId="Web-{CC69BAD0-B878-4D5F-9EDC-F1CFB63E14B5}" dt="2021-08-18T18:06:57.811" v="102"/>
      <pc:docMkLst>
        <pc:docMk/>
      </pc:docMkLst>
      <pc:sldChg chg="modSp mod setBg">
        <pc:chgData name="annaasgaraly@ibm.com" userId="" providerId="" clId="Web-{CC69BAD0-B878-4D5F-9EDC-F1CFB63E14B5}" dt="2021-08-18T18:06:06.057" v="76"/>
        <pc:sldMkLst>
          <pc:docMk/>
          <pc:sldMk cId="1553432724" sldId="262"/>
        </pc:sldMkLst>
        <pc:spChg chg="mod">
          <ac:chgData name="annaasgaraly@ibm.com" userId="" providerId="" clId="Web-{CC69BAD0-B878-4D5F-9EDC-F1CFB63E14B5}" dt="2021-08-18T18:01:46.694" v="21" actId="20577"/>
          <ac:spMkLst>
            <pc:docMk/>
            <pc:sldMk cId="1553432724" sldId="262"/>
            <ac:spMk id="7" creationId="{0BFEC426-B615-E549-83E5-140FD588BC64}"/>
          </ac:spMkLst>
        </pc:spChg>
        <pc:spChg chg="mod">
          <ac:chgData name="annaasgaraly@ibm.com" userId="" providerId="" clId="Web-{CC69BAD0-B878-4D5F-9EDC-F1CFB63E14B5}" dt="2021-08-18T18:01:43.726" v="19" actId="20577"/>
          <ac:spMkLst>
            <pc:docMk/>
            <pc:sldMk cId="1553432724" sldId="262"/>
            <ac:spMk id="13" creationId="{13C62649-0825-4926-8E2A-2EBCCFE00ECC}"/>
          </ac:spMkLst>
        </pc:spChg>
      </pc:sldChg>
      <pc:sldChg chg="modSp mod setBg">
        <pc:chgData name="annaasgaraly@ibm.com" userId="" providerId="" clId="Web-{CC69BAD0-B878-4D5F-9EDC-F1CFB63E14B5}" dt="2021-08-18T18:06:03.604" v="66"/>
        <pc:sldMkLst>
          <pc:docMk/>
          <pc:sldMk cId="3288665831" sldId="263"/>
        </pc:sldMkLst>
        <pc:spChg chg="mod">
          <ac:chgData name="annaasgaraly@ibm.com" userId="" providerId="" clId="Web-{CC69BAD0-B878-4D5F-9EDC-F1CFB63E14B5}" dt="2021-08-18T18:01:49.617" v="22" actId="20577"/>
          <ac:spMkLst>
            <pc:docMk/>
            <pc:sldMk cId="3288665831" sldId="263"/>
            <ac:spMk id="12" creationId="{D77AC1D2-8B41-4A7A-88CF-41E6B7D8C98D}"/>
          </ac:spMkLst>
        </pc:spChg>
      </pc:sldChg>
      <pc:sldChg chg="modSp mod setBg">
        <pc:chgData name="annaasgaraly@ibm.com" userId="" providerId="" clId="Web-{CC69BAD0-B878-4D5F-9EDC-F1CFB63E14B5}" dt="2021-08-18T18:06:04.338" v="69"/>
        <pc:sldMkLst>
          <pc:docMk/>
          <pc:sldMk cId="2987552906" sldId="264"/>
        </pc:sldMkLst>
        <pc:spChg chg="mod">
          <ac:chgData name="annaasgaraly@ibm.com" userId="" providerId="" clId="Web-{CC69BAD0-B878-4D5F-9EDC-F1CFB63E14B5}" dt="2021-08-18T18:02:01.914" v="25" actId="20577"/>
          <ac:spMkLst>
            <pc:docMk/>
            <pc:sldMk cId="2987552906" sldId="264"/>
            <ac:spMk id="8" creationId="{2A665A13-3129-46DF-B847-F273F3E96BE6}"/>
          </ac:spMkLst>
        </pc:spChg>
      </pc:sldChg>
      <pc:sldChg chg="modSp mod setBg">
        <pc:chgData name="annaasgaraly@ibm.com" userId="" providerId="" clId="Web-{CC69BAD0-B878-4D5F-9EDC-F1CFB63E14B5}" dt="2021-08-18T18:06:04.807" v="71"/>
        <pc:sldMkLst>
          <pc:docMk/>
          <pc:sldMk cId="1578726356" sldId="265"/>
        </pc:sldMkLst>
        <pc:spChg chg="mod">
          <ac:chgData name="annaasgaraly@ibm.com" userId="" providerId="" clId="Web-{CC69BAD0-B878-4D5F-9EDC-F1CFB63E14B5}" dt="2021-08-18T18:02:09.180" v="27" actId="20577"/>
          <ac:spMkLst>
            <pc:docMk/>
            <pc:sldMk cId="1578726356" sldId="265"/>
            <ac:spMk id="3" creationId="{32405FDA-CB27-4506-BA80-B7DD00CB25C5}"/>
          </ac:spMkLst>
        </pc:spChg>
      </pc:sldChg>
      <pc:sldChg chg="modSp mod setBg">
        <pc:chgData name="annaasgaraly@ibm.com" userId="" providerId="" clId="Web-{CC69BAD0-B878-4D5F-9EDC-F1CFB63E14B5}" dt="2021-08-18T18:06:04.573" v="70"/>
        <pc:sldMkLst>
          <pc:docMk/>
          <pc:sldMk cId="779971636" sldId="266"/>
        </pc:sldMkLst>
        <pc:spChg chg="mod">
          <ac:chgData name="annaasgaraly@ibm.com" userId="" providerId="" clId="Web-{CC69BAD0-B878-4D5F-9EDC-F1CFB63E14B5}" dt="2021-08-18T18:02:05.805" v="26" actId="20577"/>
          <ac:spMkLst>
            <pc:docMk/>
            <pc:sldMk cId="779971636" sldId="266"/>
            <ac:spMk id="3" creationId="{D9E97D81-A978-4758-8A93-47C19B104075}"/>
          </ac:spMkLst>
        </pc:spChg>
      </pc:sldChg>
      <pc:sldChg chg="modSp mod setBg">
        <pc:chgData name="annaasgaraly@ibm.com" userId="" providerId="" clId="Web-{CC69BAD0-B878-4D5F-9EDC-F1CFB63E14B5}" dt="2021-08-18T18:06:17.246" v="82"/>
        <pc:sldMkLst>
          <pc:docMk/>
          <pc:sldMk cId="3865605948" sldId="269"/>
        </pc:sldMkLst>
        <pc:spChg chg="mod">
          <ac:chgData name="annaasgaraly@ibm.com" userId="" providerId="" clId="Web-{CC69BAD0-B878-4D5F-9EDC-F1CFB63E14B5}" dt="2021-08-18T18:02:27.041" v="32" actId="20577"/>
          <ac:spMkLst>
            <pc:docMk/>
            <pc:sldMk cId="3865605948" sldId="269"/>
            <ac:spMk id="4" creationId="{54F4FCC5-6E7E-4FF0-BE45-680EEC392C9F}"/>
          </ac:spMkLst>
        </pc:spChg>
      </pc:sldChg>
      <pc:sldChg chg="modSp mod setBg">
        <pc:chgData name="annaasgaraly@ibm.com" userId="" providerId="" clId="Web-{CC69BAD0-B878-4D5F-9EDC-F1CFB63E14B5}" dt="2021-08-18T18:06:32.169" v="92"/>
        <pc:sldMkLst>
          <pc:docMk/>
          <pc:sldMk cId="2727850971" sldId="270"/>
        </pc:sldMkLst>
        <pc:spChg chg="mod">
          <ac:chgData name="annaasgaraly@ibm.com" userId="" providerId="" clId="Web-{CC69BAD0-B878-4D5F-9EDC-F1CFB63E14B5}" dt="2021-08-18T18:02:51.855" v="38" actId="20577"/>
          <ac:spMkLst>
            <pc:docMk/>
            <pc:sldMk cId="2727850971" sldId="270"/>
            <ac:spMk id="3" creationId="{86E60219-AE1B-47B6-9A1D-F2865D04BE52}"/>
          </ac:spMkLst>
        </pc:spChg>
      </pc:sldChg>
      <pc:sldChg chg="modSp mod setBg">
        <pc:chgData name="annaasgaraly@ibm.com" userId="" providerId="" clId="Web-{CC69BAD0-B878-4D5F-9EDC-F1CFB63E14B5}" dt="2021-08-18T18:06:57.358" v="100"/>
        <pc:sldMkLst>
          <pc:docMk/>
          <pc:sldMk cId="1630123617" sldId="274"/>
        </pc:sldMkLst>
        <pc:spChg chg="mod">
          <ac:chgData name="annaasgaraly@ibm.com" userId="" providerId="" clId="Web-{CC69BAD0-B878-4D5F-9EDC-F1CFB63E14B5}" dt="2021-08-18T18:04:11.221" v="58" actId="20577"/>
          <ac:spMkLst>
            <pc:docMk/>
            <pc:sldMk cId="1630123617" sldId="274"/>
            <ac:spMk id="9" creationId="{FB98079A-48C6-4E10-8AB1-B940BD1E42DF}"/>
          </ac:spMkLst>
        </pc:spChg>
      </pc:sldChg>
      <pc:sldChg chg="modSp mod setBg">
        <pc:chgData name="annaasgaraly@ibm.com" userId="" providerId="" clId="Web-{CC69BAD0-B878-4D5F-9EDC-F1CFB63E14B5}" dt="2021-08-18T18:06:57.592" v="101"/>
        <pc:sldMkLst>
          <pc:docMk/>
          <pc:sldMk cId="3410008520" sldId="275"/>
        </pc:sldMkLst>
        <pc:spChg chg="mod">
          <ac:chgData name="annaasgaraly@ibm.com" userId="" providerId="" clId="Web-{CC69BAD0-B878-4D5F-9EDC-F1CFB63E14B5}" dt="2021-08-18T18:04:14.549" v="59" actId="20577"/>
          <ac:spMkLst>
            <pc:docMk/>
            <pc:sldMk cId="3410008520" sldId="275"/>
            <ac:spMk id="11" creationId="{60F8A56C-5EE1-4DBF-842D-C2A130AA680E}"/>
          </ac:spMkLst>
        </pc:spChg>
      </pc:sldChg>
      <pc:sldChg chg="modSp mod setBg">
        <pc:chgData name="annaasgaraly@ibm.com" userId="" providerId="" clId="Web-{CC69BAD0-B878-4D5F-9EDC-F1CFB63E14B5}" dt="2021-08-18T18:06:05.057" v="72"/>
        <pc:sldMkLst>
          <pc:docMk/>
          <pc:sldMk cId="148114319" sldId="276"/>
        </pc:sldMkLst>
        <pc:spChg chg="mod">
          <ac:chgData name="annaasgaraly@ibm.com" userId="" providerId="" clId="Web-{CC69BAD0-B878-4D5F-9EDC-F1CFB63E14B5}" dt="2021-08-18T18:02:12.915" v="28" actId="20577"/>
          <ac:spMkLst>
            <pc:docMk/>
            <pc:sldMk cId="148114319" sldId="276"/>
            <ac:spMk id="3" creationId="{B28946E4-5BEF-46F0-A56A-E7E85ACA148F}"/>
          </ac:spMkLst>
        </pc:spChg>
      </pc:sldChg>
      <pc:sldChg chg="modSp mod setBg">
        <pc:chgData name="annaasgaraly@ibm.com" userId="" providerId="" clId="Web-{CC69BAD0-B878-4D5F-9EDC-F1CFB63E14B5}" dt="2021-08-18T18:06:05.792" v="75"/>
        <pc:sldMkLst>
          <pc:docMk/>
          <pc:sldMk cId="321008965" sldId="277"/>
        </pc:sldMkLst>
        <pc:spChg chg="mod">
          <ac:chgData name="annaasgaraly@ibm.com" userId="" providerId="" clId="Web-{CC69BAD0-B878-4D5F-9EDC-F1CFB63E14B5}" dt="2021-08-18T18:02:23.244" v="31" actId="20577"/>
          <ac:spMkLst>
            <pc:docMk/>
            <pc:sldMk cId="321008965" sldId="277"/>
            <ac:spMk id="7" creationId="{330F9542-6794-4F57-BB45-868D94AD06B0}"/>
          </ac:spMkLst>
        </pc:spChg>
      </pc:sldChg>
      <pc:sldChg chg="mod setBg">
        <pc:chgData name="annaasgaraly@ibm.com" userId="" providerId="" clId="Web-{CC69BAD0-B878-4D5F-9EDC-F1CFB63E14B5}" dt="2021-08-18T17:50:32.723" v="3"/>
        <pc:sldMkLst>
          <pc:docMk/>
          <pc:sldMk cId="3181088097" sldId="278"/>
        </pc:sldMkLst>
      </pc:sldChg>
      <pc:sldChg chg="mod setBg">
        <pc:chgData name="annaasgaraly@ibm.com" userId="" providerId="" clId="Web-{CC69BAD0-B878-4D5F-9EDC-F1CFB63E14B5}" dt="2021-08-18T17:50:22.097" v="2"/>
        <pc:sldMkLst>
          <pc:docMk/>
          <pc:sldMk cId="178270660" sldId="284"/>
        </pc:sldMkLst>
      </pc:sldChg>
      <pc:sldChg chg="mod setBg">
        <pc:chgData name="annaasgaraly@ibm.com" userId="" providerId="" clId="Web-{CC69BAD0-B878-4D5F-9EDC-F1CFB63E14B5}" dt="2021-08-18T17:51:05.491" v="6"/>
        <pc:sldMkLst>
          <pc:docMk/>
          <pc:sldMk cId="1290394134" sldId="288"/>
        </pc:sldMkLst>
      </pc:sldChg>
      <pc:sldChg chg="modSp mod setBg">
        <pc:chgData name="annaasgaraly@ibm.com" userId="" providerId="" clId="Web-{CC69BAD0-B878-4D5F-9EDC-F1CFB63E14B5}" dt="2021-08-18T18:06:57.811" v="102"/>
        <pc:sldMkLst>
          <pc:docMk/>
          <pc:sldMk cId="2459446073" sldId="289"/>
        </pc:sldMkLst>
        <pc:spChg chg="mod">
          <ac:chgData name="annaasgaraly@ibm.com" userId="" providerId="" clId="Web-{CC69BAD0-B878-4D5F-9EDC-F1CFB63E14B5}" dt="2021-08-18T18:04:04.486" v="56" actId="20577"/>
          <ac:spMkLst>
            <pc:docMk/>
            <pc:sldMk cId="2459446073" sldId="289"/>
            <ac:spMk id="9" creationId="{B68D8986-45AC-4FB5-96E8-C45F9603EB5E}"/>
          </ac:spMkLst>
        </pc:spChg>
      </pc:sldChg>
      <pc:sldChg chg="modSp mod setBg">
        <pc:chgData name="annaasgaraly@ibm.com" userId="" providerId="" clId="Web-{CC69BAD0-B878-4D5F-9EDC-F1CFB63E14B5}" dt="2021-08-18T18:06:05.542" v="74"/>
        <pc:sldMkLst>
          <pc:docMk/>
          <pc:sldMk cId="1813711241" sldId="293"/>
        </pc:sldMkLst>
        <pc:spChg chg="mod">
          <ac:chgData name="annaasgaraly@ibm.com" userId="" providerId="" clId="Web-{CC69BAD0-B878-4D5F-9EDC-F1CFB63E14B5}" dt="2021-08-18T18:02:20.025" v="30" actId="20577"/>
          <ac:spMkLst>
            <pc:docMk/>
            <pc:sldMk cId="1813711241" sldId="293"/>
            <ac:spMk id="3" creationId="{FC857EDD-A3A7-434D-B8D5-401E872498DA}"/>
          </ac:spMkLst>
        </pc:spChg>
      </pc:sldChg>
      <pc:sldChg chg="mod setBg">
        <pc:chgData name="annaasgaraly@ibm.com" userId="" providerId="" clId="Web-{CC69BAD0-B878-4D5F-9EDC-F1CFB63E14B5}" dt="2021-08-18T17:50:45.396" v="4"/>
        <pc:sldMkLst>
          <pc:docMk/>
          <pc:sldMk cId="1023352497" sldId="294"/>
        </pc:sldMkLst>
      </pc:sldChg>
      <pc:sldChg chg="modSp mod setBg">
        <pc:chgData name="annaasgaraly@ibm.com" userId="" providerId="" clId="Web-{CC69BAD0-B878-4D5F-9EDC-F1CFB63E14B5}" dt="2021-08-18T18:06:41.169" v="95"/>
        <pc:sldMkLst>
          <pc:docMk/>
          <pc:sldMk cId="981671777" sldId="296"/>
        </pc:sldMkLst>
        <pc:spChg chg="mod">
          <ac:chgData name="annaasgaraly@ibm.com" userId="" providerId="" clId="Web-{CC69BAD0-B878-4D5F-9EDC-F1CFB63E14B5}" dt="2021-08-18T18:03:39.203" v="50" actId="20577"/>
          <ac:spMkLst>
            <pc:docMk/>
            <pc:sldMk cId="981671777" sldId="296"/>
            <ac:spMk id="2" creationId="{54176327-8CC4-4356-8BBB-DC4965CE9857}"/>
          </ac:spMkLst>
        </pc:spChg>
      </pc:sldChg>
      <pc:sldChg chg="mod setBg">
        <pc:chgData name="annaasgaraly@ibm.com" userId="" providerId="" clId="Web-{CC69BAD0-B878-4D5F-9EDC-F1CFB63E14B5}" dt="2021-08-18T17:50:06.440" v="1"/>
        <pc:sldMkLst>
          <pc:docMk/>
          <pc:sldMk cId="3093198887" sldId="298"/>
        </pc:sldMkLst>
      </pc:sldChg>
      <pc:sldChg chg="modSp mod setBg">
        <pc:chgData name="annaasgaraly@ibm.com" userId="" providerId="" clId="Web-{CC69BAD0-B878-4D5F-9EDC-F1CFB63E14B5}" dt="2021-08-18T18:06:03.854" v="67"/>
        <pc:sldMkLst>
          <pc:docMk/>
          <pc:sldMk cId="280316088" sldId="299"/>
        </pc:sldMkLst>
        <pc:spChg chg="mod">
          <ac:chgData name="annaasgaraly@ibm.com" userId="" providerId="" clId="Web-{CC69BAD0-B878-4D5F-9EDC-F1CFB63E14B5}" dt="2021-08-18T18:01:53.336" v="23" actId="20577"/>
          <ac:spMkLst>
            <pc:docMk/>
            <pc:sldMk cId="280316088" sldId="299"/>
            <ac:spMk id="4" creationId="{5066AA34-20EE-4A59-B343-346A8DB5667C}"/>
          </ac:spMkLst>
        </pc:spChg>
      </pc:sldChg>
      <pc:sldChg chg="modSp mod setBg">
        <pc:chgData name="annaasgaraly@ibm.com" userId="" providerId="" clId="Web-{CC69BAD0-B878-4D5F-9EDC-F1CFB63E14B5}" dt="2021-08-18T18:06:04.104" v="68"/>
        <pc:sldMkLst>
          <pc:docMk/>
          <pc:sldMk cId="1385553969" sldId="302"/>
        </pc:sldMkLst>
        <pc:spChg chg="mod">
          <ac:chgData name="annaasgaraly@ibm.com" userId="" providerId="" clId="Web-{CC69BAD0-B878-4D5F-9EDC-F1CFB63E14B5}" dt="2021-08-18T18:01:58.227" v="24" actId="20577"/>
          <ac:spMkLst>
            <pc:docMk/>
            <pc:sldMk cId="1385553969" sldId="302"/>
            <ac:spMk id="11" creationId="{84F5ABFD-B4D4-43FF-959F-AFAF45B45269}"/>
          </ac:spMkLst>
        </pc:spChg>
      </pc:sldChg>
      <pc:sldChg chg="modSp mod setBg">
        <pc:chgData name="annaasgaraly@ibm.com" userId="" providerId="" clId="Web-{CC69BAD0-B878-4D5F-9EDC-F1CFB63E14B5}" dt="2021-08-18T18:06:05.307" v="73"/>
        <pc:sldMkLst>
          <pc:docMk/>
          <pc:sldMk cId="334532777" sldId="303"/>
        </pc:sldMkLst>
        <pc:spChg chg="mod">
          <ac:chgData name="annaasgaraly@ibm.com" userId="" providerId="" clId="Web-{CC69BAD0-B878-4D5F-9EDC-F1CFB63E14B5}" dt="2021-08-18T18:02:16.337" v="29" actId="20577"/>
          <ac:spMkLst>
            <pc:docMk/>
            <pc:sldMk cId="334532777" sldId="303"/>
            <ac:spMk id="3" creationId="{519FC08B-7D2E-43A5-A528-821DCDCCCC82}"/>
          </ac:spMkLst>
        </pc:spChg>
      </pc:sldChg>
      <pc:sldChg chg="modSp mod setBg">
        <pc:chgData name="annaasgaraly@ibm.com" userId="" providerId="" clId="Web-{CC69BAD0-B878-4D5F-9EDC-F1CFB63E14B5}" dt="2021-08-18T18:06:16.105" v="77"/>
        <pc:sldMkLst>
          <pc:docMk/>
          <pc:sldMk cId="3869789237" sldId="304"/>
        </pc:sldMkLst>
        <pc:spChg chg="mod">
          <ac:chgData name="annaasgaraly@ibm.com" userId="" providerId="" clId="Web-{CC69BAD0-B878-4D5F-9EDC-F1CFB63E14B5}" dt="2021-08-18T18:02:32.448" v="33" actId="20577"/>
          <ac:spMkLst>
            <pc:docMk/>
            <pc:sldMk cId="3869789237" sldId="304"/>
            <ac:spMk id="4" creationId="{B6CCD949-E788-4375-9B07-478FA5684BC1}"/>
          </ac:spMkLst>
        </pc:spChg>
      </pc:sldChg>
      <pc:sldChg chg="modSp mod setBg">
        <pc:chgData name="annaasgaraly@ibm.com" userId="" providerId="" clId="Web-{CC69BAD0-B878-4D5F-9EDC-F1CFB63E14B5}" dt="2021-08-18T18:06:16.339" v="78"/>
        <pc:sldMkLst>
          <pc:docMk/>
          <pc:sldMk cId="80090182" sldId="305"/>
        </pc:sldMkLst>
        <pc:spChg chg="mod">
          <ac:chgData name="annaasgaraly@ibm.com" userId="" providerId="" clId="Web-{CC69BAD0-B878-4D5F-9EDC-F1CFB63E14B5}" dt="2021-08-18T18:02:36.167" v="34" actId="20577"/>
          <ac:spMkLst>
            <pc:docMk/>
            <pc:sldMk cId="80090182" sldId="305"/>
            <ac:spMk id="4" creationId="{D4811A61-F7FB-4B19-9ED1-E0E2554A5BE8}"/>
          </ac:spMkLst>
        </pc:spChg>
      </pc:sldChg>
      <pc:sldChg chg="modSp mod setBg">
        <pc:chgData name="annaasgaraly@ibm.com" userId="" providerId="" clId="Web-{CC69BAD0-B878-4D5F-9EDC-F1CFB63E14B5}" dt="2021-08-18T18:06:16.792" v="80"/>
        <pc:sldMkLst>
          <pc:docMk/>
          <pc:sldMk cId="3145340593" sldId="306"/>
        </pc:sldMkLst>
        <pc:spChg chg="mod">
          <ac:chgData name="annaasgaraly@ibm.com" userId="" providerId="" clId="Web-{CC69BAD0-B878-4D5F-9EDC-F1CFB63E14B5}" dt="2021-08-18T18:02:44.230" v="36" actId="20577"/>
          <ac:spMkLst>
            <pc:docMk/>
            <pc:sldMk cId="3145340593" sldId="306"/>
            <ac:spMk id="4" creationId="{AFE7D9E4-306D-49E3-9AC4-15D566FC72AD}"/>
          </ac:spMkLst>
        </pc:spChg>
      </pc:sldChg>
      <pc:sldChg chg="modSp mod setBg">
        <pc:chgData name="annaasgaraly@ibm.com" userId="" providerId="" clId="Web-{CC69BAD0-B878-4D5F-9EDC-F1CFB63E14B5}" dt="2021-08-18T18:06:16.574" v="79"/>
        <pc:sldMkLst>
          <pc:docMk/>
          <pc:sldMk cId="1106727586" sldId="307"/>
        </pc:sldMkLst>
        <pc:spChg chg="mod">
          <ac:chgData name="annaasgaraly@ibm.com" userId="" providerId="" clId="Web-{CC69BAD0-B878-4D5F-9EDC-F1CFB63E14B5}" dt="2021-08-18T18:02:39.823" v="35" actId="20577"/>
          <ac:spMkLst>
            <pc:docMk/>
            <pc:sldMk cId="1106727586" sldId="307"/>
            <ac:spMk id="4" creationId="{021C109C-C017-4D19-928F-AED25AC30125}"/>
          </ac:spMkLst>
        </pc:spChg>
      </pc:sldChg>
      <pc:sldChg chg="modSp mod setBg">
        <pc:chgData name="annaasgaraly@ibm.com" userId="" providerId="" clId="Web-{CC69BAD0-B878-4D5F-9EDC-F1CFB63E14B5}" dt="2021-08-18T18:06:17.011" v="81"/>
        <pc:sldMkLst>
          <pc:docMk/>
          <pc:sldMk cId="706594483" sldId="308"/>
        </pc:sldMkLst>
        <pc:spChg chg="mod">
          <ac:chgData name="annaasgaraly@ibm.com" userId="" providerId="" clId="Web-{CC69BAD0-B878-4D5F-9EDC-F1CFB63E14B5}" dt="2021-08-18T18:02:47.433" v="37" actId="20577"/>
          <ac:spMkLst>
            <pc:docMk/>
            <pc:sldMk cId="706594483" sldId="308"/>
            <ac:spMk id="4" creationId="{6D35FD2D-1BD2-45D7-B015-1A96C241520B}"/>
          </ac:spMkLst>
        </pc:spChg>
      </pc:sldChg>
      <pc:sldChg chg="modSp mod setBg">
        <pc:chgData name="annaasgaraly@ibm.com" userId="" providerId="" clId="Web-{CC69BAD0-B878-4D5F-9EDC-F1CFB63E14B5}" dt="2021-08-18T18:06:30.090" v="83"/>
        <pc:sldMkLst>
          <pc:docMk/>
          <pc:sldMk cId="1794738657" sldId="309"/>
        </pc:sldMkLst>
        <pc:spChg chg="mod">
          <ac:chgData name="annaasgaraly@ibm.com" userId="" providerId="" clId="Web-{CC69BAD0-B878-4D5F-9EDC-F1CFB63E14B5}" dt="2021-08-18T18:03:04.872" v="39" actId="20577"/>
          <ac:spMkLst>
            <pc:docMk/>
            <pc:sldMk cId="1794738657" sldId="309"/>
            <ac:spMk id="3" creationId="{557C8CBA-1A0E-4CDF-A451-7AAA44D39839}"/>
          </ac:spMkLst>
        </pc:spChg>
      </pc:sldChg>
      <pc:sldChg chg="modSp mod setBg">
        <pc:chgData name="annaasgaraly@ibm.com" userId="" providerId="" clId="Web-{CC69BAD0-B878-4D5F-9EDC-F1CFB63E14B5}" dt="2021-08-18T18:06:30.309" v="84"/>
        <pc:sldMkLst>
          <pc:docMk/>
          <pc:sldMk cId="4010014743" sldId="310"/>
        </pc:sldMkLst>
        <pc:spChg chg="mod">
          <ac:chgData name="annaasgaraly@ibm.com" userId="" providerId="" clId="Web-{CC69BAD0-B878-4D5F-9EDC-F1CFB63E14B5}" dt="2021-08-18T18:03:08.919" v="40" actId="20577"/>
          <ac:spMkLst>
            <pc:docMk/>
            <pc:sldMk cId="4010014743" sldId="310"/>
            <ac:spMk id="3" creationId="{FD161C47-0660-416F-B4C2-25E4D35D69FD}"/>
          </ac:spMkLst>
        </pc:spChg>
      </pc:sldChg>
      <pc:sldChg chg="modSp mod setBg">
        <pc:chgData name="annaasgaraly@ibm.com" userId="" providerId="" clId="Web-{CC69BAD0-B878-4D5F-9EDC-F1CFB63E14B5}" dt="2021-08-18T18:06:30.528" v="85"/>
        <pc:sldMkLst>
          <pc:docMk/>
          <pc:sldMk cId="2735560525" sldId="311"/>
        </pc:sldMkLst>
        <pc:spChg chg="mod">
          <ac:chgData name="annaasgaraly@ibm.com" userId="" providerId="" clId="Web-{CC69BAD0-B878-4D5F-9EDC-F1CFB63E14B5}" dt="2021-08-18T18:03:12.388" v="41" actId="20577"/>
          <ac:spMkLst>
            <pc:docMk/>
            <pc:sldMk cId="2735560525" sldId="311"/>
            <ac:spMk id="3" creationId="{AFD52E17-48CB-4D60-BD56-71D197A29B38}"/>
          </ac:spMkLst>
        </pc:spChg>
      </pc:sldChg>
      <pc:sldChg chg="modSp mod setBg">
        <pc:chgData name="annaasgaraly@ibm.com" userId="" providerId="" clId="Web-{CC69BAD0-B878-4D5F-9EDC-F1CFB63E14B5}" dt="2021-08-18T18:06:30.762" v="86"/>
        <pc:sldMkLst>
          <pc:docMk/>
          <pc:sldMk cId="1434679925" sldId="312"/>
        </pc:sldMkLst>
        <pc:spChg chg="mod">
          <ac:chgData name="annaasgaraly@ibm.com" userId="" providerId="" clId="Web-{CC69BAD0-B878-4D5F-9EDC-F1CFB63E14B5}" dt="2021-08-18T18:03:16.498" v="43" actId="20577"/>
          <ac:spMkLst>
            <pc:docMk/>
            <pc:sldMk cId="1434679925" sldId="312"/>
            <ac:spMk id="3" creationId="{7F12CD3C-55B3-4129-817A-84D0B28F713E}"/>
          </ac:spMkLst>
        </pc:spChg>
      </pc:sldChg>
      <pc:sldChg chg="modSp mod setBg">
        <pc:chgData name="annaasgaraly@ibm.com" userId="" providerId="" clId="Web-{CC69BAD0-B878-4D5F-9EDC-F1CFB63E14B5}" dt="2021-08-18T18:06:31.231" v="88"/>
        <pc:sldMkLst>
          <pc:docMk/>
          <pc:sldMk cId="1756972646" sldId="313"/>
        </pc:sldMkLst>
        <pc:spChg chg="mod">
          <ac:chgData name="annaasgaraly@ibm.com" userId="" providerId="" clId="Web-{CC69BAD0-B878-4D5F-9EDC-F1CFB63E14B5}" dt="2021-08-18T18:03:25.624" v="45" actId="20577"/>
          <ac:spMkLst>
            <pc:docMk/>
            <pc:sldMk cId="1756972646" sldId="313"/>
            <ac:spMk id="3" creationId="{79B32320-42D4-49FA-8047-C080B444B3AE}"/>
          </ac:spMkLst>
        </pc:spChg>
      </pc:sldChg>
      <pc:sldChg chg="modSp mod setBg">
        <pc:chgData name="annaasgaraly@ibm.com" userId="" providerId="" clId="Web-{CC69BAD0-B878-4D5F-9EDC-F1CFB63E14B5}" dt="2021-08-18T18:06:30.997" v="87"/>
        <pc:sldMkLst>
          <pc:docMk/>
          <pc:sldMk cId="639399535" sldId="314"/>
        </pc:sldMkLst>
        <pc:spChg chg="mod">
          <ac:chgData name="annaasgaraly@ibm.com" userId="" providerId="" clId="Web-{CC69BAD0-B878-4D5F-9EDC-F1CFB63E14B5}" dt="2021-08-18T18:03:19.357" v="44" actId="20577"/>
          <ac:spMkLst>
            <pc:docMk/>
            <pc:sldMk cId="639399535" sldId="314"/>
            <ac:spMk id="8" creationId="{952C2E9C-C6BE-40BD-A406-CFB441363CBA}"/>
          </ac:spMkLst>
        </pc:spChg>
      </pc:sldChg>
      <pc:sldChg chg="modSp mod setBg">
        <pc:chgData name="annaasgaraly@ibm.com" userId="" providerId="" clId="Web-{CC69BAD0-B878-4D5F-9EDC-F1CFB63E14B5}" dt="2021-08-18T18:06:31.465" v="89"/>
        <pc:sldMkLst>
          <pc:docMk/>
          <pc:sldMk cId="3566646398" sldId="315"/>
        </pc:sldMkLst>
        <pc:spChg chg="mod">
          <ac:chgData name="annaasgaraly@ibm.com" userId="" providerId="" clId="Web-{CC69BAD0-B878-4D5F-9EDC-F1CFB63E14B5}" dt="2021-08-18T18:03:29.249" v="46" actId="20577"/>
          <ac:spMkLst>
            <pc:docMk/>
            <pc:sldMk cId="3566646398" sldId="315"/>
            <ac:spMk id="3" creationId="{2A7EB98F-A25F-4357-9775-478FC17F7F83}"/>
          </ac:spMkLst>
        </pc:spChg>
      </pc:sldChg>
      <pc:sldChg chg="modSp mod setBg">
        <pc:chgData name="annaasgaraly@ibm.com" userId="" providerId="" clId="Web-{CC69BAD0-B878-4D5F-9EDC-F1CFB63E14B5}" dt="2021-08-18T18:06:31.684" v="90"/>
        <pc:sldMkLst>
          <pc:docMk/>
          <pc:sldMk cId="1398439132" sldId="316"/>
        </pc:sldMkLst>
        <pc:spChg chg="mod">
          <ac:chgData name="annaasgaraly@ibm.com" userId="" providerId="" clId="Web-{CC69BAD0-B878-4D5F-9EDC-F1CFB63E14B5}" dt="2021-08-18T18:03:33.077" v="48" actId="20577"/>
          <ac:spMkLst>
            <pc:docMk/>
            <pc:sldMk cId="1398439132" sldId="316"/>
            <ac:spMk id="3" creationId="{964DA114-677C-40D8-8FFA-43531834CFBF}"/>
          </ac:spMkLst>
        </pc:spChg>
      </pc:sldChg>
      <pc:sldChg chg="modSp mod setBg">
        <pc:chgData name="annaasgaraly@ibm.com" userId="" providerId="" clId="Web-{CC69BAD0-B878-4D5F-9EDC-F1CFB63E14B5}" dt="2021-08-18T18:06:31.924" v="91"/>
        <pc:sldMkLst>
          <pc:docMk/>
          <pc:sldMk cId="3975168428" sldId="317"/>
        </pc:sldMkLst>
        <pc:spChg chg="mod">
          <ac:chgData name="annaasgaraly@ibm.com" userId="" providerId="" clId="Web-{CC69BAD0-B878-4D5F-9EDC-F1CFB63E14B5}" dt="2021-08-18T18:03:35.999" v="49" actId="20577"/>
          <ac:spMkLst>
            <pc:docMk/>
            <pc:sldMk cId="3975168428" sldId="317"/>
            <ac:spMk id="3" creationId="{04523243-E4D6-45EC-97C8-D44398FB7417}"/>
          </ac:spMkLst>
        </pc:spChg>
      </pc:sldChg>
      <pc:sldChg chg="modSp mod setBg">
        <pc:chgData name="annaasgaraly@ibm.com" userId="" providerId="" clId="Web-{CC69BAD0-B878-4D5F-9EDC-F1CFB63E14B5}" dt="2021-08-18T18:06:40.716" v="93"/>
        <pc:sldMkLst>
          <pc:docMk/>
          <pc:sldMk cId="239597884" sldId="318"/>
        </pc:sldMkLst>
        <pc:spChg chg="mod">
          <ac:chgData name="annaasgaraly@ibm.com" userId="" providerId="" clId="Web-{CC69BAD0-B878-4D5F-9EDC-F1CFB63E14B5}" dt="2021-08-18T18:03:41.906" v="51" actId="20577"/>
          <ac:spMkLst>
            <pc:docMk/>
            <pc:sldMk cId="239597884" sldId="318"/>
            <ac:spMk id="8" creationId="{2E0ECA32-E146-40DA-85CD-9677244BC3EC}"/>
          </ac:spMkLst>
        </pc:spChg>
      </pc:sldChg>
      <pc:sldChg chg="modSp mod setBg">
        <pc:chgData name="annaasgaraly@ibm.com" userId="" providerId="" clId="Web-{CC69BAD0-B878-4D5F-9EDC-F1CFB63E14B5}" dt="2021-08-18T18:06:40.950" v="94"/>
        <pc:sldMkLst>
          <pc:docMk/>
          <pc:sldMk cId="232499080" sldId="319"/>
        </pc:sldMkLst>
        <pc:spChg chg="mod">
          <ac:chgData name="annaasgaraly@ibm.com" userId="" providerId="" clId="Web-{CC69BAD0-B878-4D5F-9EDC-F1CFB63E14B5}" dt="2021-08-18T18:03:44.922" v="52" actId="20577"/>
          <ac:spMkLst>
            <pc:docMk/>
            <pc:sldMk cId="232499080" sldId="319"/>
            <ac:spMk id="8" creationId="{34C97452-C78A-4701-B8AB-ABFE63D5BEDE}"/>
          </ac:spMkLst>
        </pc:spChg>
      </pc:sldChg>
      <pc:sldChg chg="modSp mod setBg">
        <pc:chgData name="annaasgaraly@ibm.com" userId="" providerId="" clId="Web-{CC69BAD0-B878-4D5F-9EDC-F1CFB63E14B5}" dt="2021-08-18T18:06:57.123" v="99"/>
        <pc:sldMkLst>
          <pc:docMk/>
          <pc:sldMk cId="3645034231" sldId="320"/>
        </pc:sldMkLst>
        <pc:spChg chg="mod">
          <ac:chgData name="annaasgaraly@ibm.com" userId="" providerId="" clId="Web-{CC69BAD0-B878-4D5F-9EDC-F1CFB63E14B5}" dt="2021-08-18T18:04:07.830" v="57" actId="20577"/>
          <ac:spMkLst>
            <pc:docMk/>
            <pc:sldMk cId="3645034231" sldId="320"/>
            <ac:spMk id="9" creationId="{533106AC-60D7-46AE-8E64-7B84ABDBD099}"/>
          </ac:spMkLst>
        </pc:spChg>
      </pc:sldChg>
      <pc:sldChg chg="mod setBg">
        <pc:chgData name="annaasgaraly@ibm.com" userId="" providerId="" clId="Web-{CC69BAD0-B878-4D5F-9EDC-F1CFB63E14B5}" dt="2021-08-18T17:50:55.553" v="5"/>
        <pc:sldMkLst>
          <pc:docMk/>
          <pc:sldMk cId="733461713" sldId="321"/>
        </pc:sldMkLst>
      </pc:sldChg>
      <pc:sldChg chg="modSp mod setBg">
        <pc:chgData name="annaasgaraly@ibm.com" userId="" providerId="" clId="Web-{CC69BAD0-B878-4D5F-9EDC-F1CFB63E14B5}" dt="2021-08-18T18:06:49.263" v="98"/>
        <pc:sldMkLst>
          <pc:docMk/>
          <pc:sldMk cId="700132931" sldId="322"/>
        </pc:sldMkLst>
        <pc:spChg chg="mod">
          <ac:chgData name="annaasgaraly@ibm.com" userId="" providerId="" clId="Web-{CC69BAD0-B878-4D5F-9EDC-F1CFB63E14B5}" dt="2021-08-18T18:03:48.453" v="53" actId="20577"/>
          <ac:spMkLst>
            <pc:docMk/>
            <pc:sldMk cId="700132931" sldId="322"/>
            <ac:spMk id="8" creationId="{9456A072-47A6-4424-9ABE-F398119040DD}"/>
          </ac:spMkLst>
        </pc:spChg>
      </pc:sldChg>
      <pc:sldChg chg="modSp mod setBg">
        <pc:chgData name="annaasgaraly@ibm.com" userId="" providerId="" clId="Web-{CC69BAD0-B878-4D5F-9EDC-F1CFB63E14B5}" dt="2021-08-18T18:06:48.795" v="96"/>
        <pc:sldMkLst>
          <pc:docMk/>
          <pc:sldMk cId="1866160706" sldId="323"/>
        </pc:sldMkLst>
        <pc:spChg chg="mod">
          <ac:chgData name="annaasgaraly@ibm.com" userId="" providerId="" clId="Web-{CC69BAD0-B878-4D5F-9EDC-F1CFB63E14B5}" dt="2021-08-18T18:03:52.626" v="54" actId="20577"/>
          <ac:spMkLst>
            <pc:docMk/>
            <pc:sldMk cId="1866160706" sldId="323"/>
            <ac:spMk id="8" creationId="{4EF94599-779E-457E-B57B-6063EBF7A840}"/>
          </ac:spMkLst>
        </pc:spChg>
      </pc:sldChg>
      <pc:sldChg chg="modSp mod setBg">
        <pc:chgData name="annaasgaraly@ibm.com" userId="" providerId="" clId="Web-{CC69BAD0-B878-4D5F-9EDC-F1CFB63E14B5}" dt="2021-08-18T18:06:49.029" v="97"/>
        <pc:sldMkLst>
          <pc:docMk/>
          <pc:sldMk cId="252359608" sldId="324"/>
        </pc:sldMkLst>
        <pc:spChg chg="mod">
          <ac:chgData name="annaasgaraly@ibm.com" userId="" providerId="" clId="Web-{CC69BAD0-B878-4D5F-9EDC-F1CFB63E14B5}" dt="2021-08-18T18:03:58.220" v="55" actId="20577"/>
          <ac:spMkLst>
            <pc:docMk/>
            <pc:sldMk cId="252359608" sldId="324"/>
            <ac:spMk id="12" creationId="{4D271BF5-BAA1-4CEB-A575-76A097FABBBA}"/>
          </ac:spMkLst>
        </pc:spChg>
      </pc:sldChg>
      <pc:sldChg chg="addSp modSp">
        <pc:chgData name="annaasgaraly@ibm.com" userId="" providerId="" clId="Web-{CC69BAD0-B878-4D5F-9EDC-F1CFB63E14B5}" dt="2021-08-18T18:00:11.344" v="12" actId="14100"/>
        <pc:sldMkLst>
          <pc:docMk/>
          <pc:sldMk cId="1277611629" sldId="327"/>
        </pc:sldMkLst>
        <pc:picChg chg="add mod">
          <ac:chgData name="annaasgaraly@ibm.com" userId="" providerId="" clId="Web-{CC69BAD0-B878-4D5F-9EDC-F1CFB63E14B5}" dt="2021-08-18T18:00:11.344" v="12" actId="14100"/>
          <ac:picMkLst>
            <pc:docMk/>
            <pc:sldMk cId="1277611629" sldId="327"/>
            <ac:picMk id="2" creationId="{4F94DBE5-2DCC-401E-95AA-12E04A97FBA6}"/>
          </ac:picMkLst>
        </pc:picChg>
      </pc:sldChg>
      <pc:sldChg chg="mod setBg">
        <pc:chgData name="annaasgaraly@ibm.com" userId="" providerId="" clId="Web-{CC69BAD0-B878-4D5F-9EDC-F1CFB63E14B5}" dt="2021-08-18T17:51:14.820" v="7"/>
        <pc:sldMkLst>
          <pc:docMk/>
          <pc:sldMk cId="661040741" sldId="329"/>
        </pc:sldMkLst>
      </pc:sldChg>
      <pc:sldChg chg="modSp mod setBg">
        <pc:chgData name="annaasgaraly@ibm.com" userId="" providerId="" clId="Web-{CC69BAD0-B878-4D5F-9EDC-F1CFB63E14B5}" dt="2021-08-18T18:05:53.681" v="65"/>
        <pc:sldMkLst>
          <pc:docMk/>
          <pc:sldMk cId="724038033" sldId="330"/>
        </pc:sldMkLst>
        <pc:spChg chg="mod">
          <ac:chgData name="annaasgaraly@ibm.com" userId="" providerId="" clId="Web-{CC69BAD0-B878-4D5F-9EDC-F1CFB63E14B5}" dt="2021-08-18T18:01:02.207" v="16" actId="20577"/>
          <ac:spMkLst>
            <pc:docMk/>
            <pc:sldMk cId="724038033" sldId="330"/>
            <ac:spMk id="19" creationId="{6CA66F18-AF00-434A-AB3C-61097BEAE5FA}"/>
          </ac:spMkLst>
        </pc:spChg>
      </pc:sldChg>
      <pc:sldChg chg="modSp mod setBg">
        <pc:chgData name="annaasgaraly@ibm.com" userId="" providerId="" clId="Web-{CC69BAD0-B878-4D5F-9EDC-F1CFB63E14B5}" dt="2021-08-18T18:05:53.463" v="64"/>
        <pc:sldMkLst>
          <pc:docMk/>
          <pc:sldMk cId="1980221439" sldId="331"/>
        </pc:sldMkLst>
        <pc:spChg chg="mod">
          <ac:chgData name="annaasgaraly@ibm.com" userId="" providerId="" clId="Web-{CC69BAD0-B878-4D5F-9EDC-F1CFB63E14B5}" dt="2021-08-18T18:01:34.631" v="17" actId="20577"/>
          <ac:spMkLst>
            <pc:docMk/>
            <pc:sldMk cId="1980221439" sldId="331"/>
            <ac:spMk id="19" creationId="{6CA66F18-AF00-434A-AB3C-61097BEAE5FA}"/>
          </ac:spMkLst>
        </pc:spChg>
      </pc:sldChg>
      <pc:sldChg chg="modSp mod setBg">
        <pc:chgData name="annaasgaraly@ibm.com" userId="" providerId="" clId="Web-{CC69BAD0-B878-4D5F-9EDC-F1CFB63E14B5}" dt="2021-08-18T18:05:53.228" v="63"/>
        <pc:sldMkLst>
          <pc:docMk/>
          <pc:sldMk cId="2560061391" sldId="332"/>
        </pc:sldMkLst>
        <pc:spChg chg="mod">
          <ac:chgData name="annaasgaraly@ibm.com" userId="" providerId="" clId="Web-{CC69BAD0-B878-4D5F-9EDC-F1CFB63E14B5}" dt="2021-08-18T18:01:38.944" v="18" actId="20577"/>
          <ac:spMkLst>
            <pc:docMk/>
            <pc:sldMk cId="2560061391" sldId="332"/>
            <ac:spMk id="19" creationId="{6CA66F18-AF00-434A-AB3C-61097BEAE5FA}"/>
          </ac:spMkLst>
        </pc:spChg>
      </pc:sldChg>
    </pc:docChg>
  </pc:docChgLst>
  <pc:docChgLst>
    <pc:chgData name="Ada Celik" clId="Web-{998F4E3E-1A76-4A6B-98B6-08752F3768B3}"/>
    <pc:docChg chg="modSld">
      <pc:chgData name="Ada Celik" userId="" providerId="" clId="Web-{998F4E3E-1A76-4A6B-98B6-08752F3768B3}" dt="2021-08-10T21:41:11.021" v="1" actId="20577"/>
      <pc:docMkLst>
        <pc:docMk/>
      </pc:docMkLst>
      <pc:sldChg chg="modSp">
        <pc:chgData name="Ada Celik" userId="" providerId="" clId="Web-{998F4E3E-1A76-4A6B-98B6-08752F3768B3}" dt="2021-08-10T21:41:11.021" v="1" actId="20577"/>
        <pc:sldMkLst>
          <pc:docMk/>
          <pc:sldMk cId="1277611629" sldId="327"/>
        </pc:sldMkLst>
        <pc:spChg chg="mod">
          <ac:chgData name="Ada Celik" userId="" providerId="" clId="Web-{998F4E3E-1A76-4A6B-98B6-08752F3768B3}" dt="2021-08-10T21:41:11.021" v="1" actId="20577"/>
          <ac:spMkLst>
            <pc:docMk/>
            <pc:sldMk cId="1277611629" sldId="327"/>
            <ac:spMk id="6" creationId="{2C36AF9D-A911-994B-90EA-013D4CDA5604}"/>
          </ac:spMkLst>
        </pc:spChg>
      </pc:sldChg>
    </pc:docChg>
  </pc:docChgLst>
  <pc:docChgLst>
    <pc:chgData name="YAN LUO" clId="Web-{B63C8988-E1D3-4A52-8229-FA8C5EBD2ECD}"/>
    <pc:docChg chg="delSld modSld">
      <pc:chgData name="YAN LUO" userId="" providerId="" clId="Web-{B63C8988-E1D3-4A52-8229-FA8C5EBD2ECD}" dt="2021-08-19T14:01:44.876" v="206" actId="20577"/>
      <pc:docMkLst>
        <pc:docMk/>
      </pc:docMkLst>
      <pc:sldChg chg="modSp">
        <pc:chgData name="YAN LUO" userId="" providerId="" clId="Web-{B63C8988-E1D3-4A52-8229-FA8C5EBD2ECD}" dt="2021-08-19T13:47:23.458" v="93" actId="20577"/>
        <pc:sldMkLst>
          <pc:docMk/>
          <pc:sldMk cId="1578726356" sldId="265"/>
        </pc:sldMkLst>
        <pc:spChg chg="mod">
          <ac:chgData name="YAN LUO" userId="" providerId="" clId="Web-{B63C8988-E1D3-4A52-8229-FA8C5EBD2ECD}" dt="2021-08-19T13:47:23.458" v="93" actId="20577"/>
          <ac:spMkLst>
            <pc:docMk/>
            <pc:sldMk cId="1578726356" sldId="265"/>
            <ac:spMk id="5" creationId="{1B07C49E-AFFC-EC46-8930-E4D428F5F943}"/>
          </ac:spMkLst>
        </pc:spChg>
      </pc:sldChg>
      <pc:sldChg chg="modSp">
        <pc:chgData name="YAN LUO" userId="" providerId="" clId="Web-{B63C8988-E1D3-4A52-8229-FA8C5EBD2ECD}" dt="2021-08-19T13:46:56.520" v="49" actId="20577"/>
        <pc:sldMkLst>
          <pc:docMk/>
          <pc:sldMk cId="779971636" sldId="266"/>
        </pc:sldMkLst>
        <pc:spChg chg="mod">
          <ac:chgData name="YAN LUO" userId="" providerId="" clId="Web-{B63C8988-E1D3-4A52-8229-FA8C5EBD2ECD}" dt="2021-08-19T13:46:56.520" v="49" actId="20577"/>
          <ac:spMkLst>
            <pc:docMk/>
            <pc:sldMk cId="779971636" sldId="266"/>
            <ac:spMk id="5" creationId="{1B07C49E-AFFC-EC46-8930-E4D428F5F943}"/>
          </ac:spMkLst>
        </pc:spChg>
      </pc:sldChg>
      <pc:sldChg chg="del">
        <pc:chgData name="YAN LUO" userId="" providerId="" clId="Web-{B63C8988-E1D3-4A52-8229-FA8C5EBD2ECD}" dt="2021-08-19T13:52:20.775" v="94"/>
        <pc:sldMkLst>
          <pc:docMk/>
          <pc:sldMk cId="3181088097" sldId="278"/>
        </pc:sldMkLst>
      </pc:sldChg>
      <pc:sldChg chg="addSp delSp modSp">
        <pc:chgData name="YAN LUO" userId="" providerId="" clId="Web-{B63C8988-E1D3-4A52-8229-FA8C5EBD2ECD}" dt="2021-08-19T13:45:42.691" v="30" actId="20577"/>
        <pc:sldMkLst>
          <pc:docMk/>
          <pc:sldMk cId="280316088" sldId="299"/>
        </pc:sldMkLst>
        <pc:spChg chg="add del mod ord">
          <ac:chgData name="YAN LUO" userId="" providerId="" clId="Web-{B63C8988-E1D3-4A52-8229-FA8C5EBD2ECD}" dt="2021-08-19T13:21:31.149" v="16"/>
          <ac:spMkLst>
            <pc:docMk/>
            <pc:sldMk cId="280316088" sldId="299"/>
            <ac:spMk id="2" creationId="{310FB1D8-F945-4835-A7ED-A9DCB8CE099D}"/>
          </ac:spMkLst>
        </pc:spChg>
        <pc:spChg chg="mod">
          <ac:chgData name="YAN LUO" userId="" providerId="" clId="Web-{B63C8988-E1D3-4A52-8229-FA8C5EBD2ECD}" dt="2021-08-19T13:45:42.691" v="30" actId="20577"/>
          <ac:spMkLst>
            <pc:docMk/>
            <pc:sldMk cId="280316088" sldId="299"/>
            <ac:spMk id="5" creationId="{1B07C49E-AFFC-EC46-8930-E4D428F5F943}"/>
          </ac:spMkLst>
        </pc:spChg>
      </pc:sldChg>
      <pc:sldChg chg="addSp delSp modSp">
        <pc:chgData name="YAN LUO" userId="" providerId="" clId="Web-{B63C8988-E1D3-4A52-8229-FA8C5EBD2ECD}" dt="2021-08-19T13:53:50.338" v="96" actId="20577"/>
        <pc:sldMkLst>
          <pc:docMk/>
          <pc:sldMk cId="1385553969" sldId="302"/>
        </pc:sldMkLst>
        <pc:spChg chg="add mod">
          <ac:chgData name="YAN LUO" userId="" providerId="" clId="Web-{B63C8988-E1D3-4A52-8229-FA8C5EBD2ECD}" dt="2021-08-19T13:53:50.338" v="96" actId="20577"/>
          <ac:spMkLst>
            <pc:docMk/>
            <pc:sldMk cId="1385553969" sldId="302"/>
            <ac:spMk id="2" creationId="{8B78C759-C687-440F-8CAE-D3071F1AB630}"/>
          </ac:spMkLst>
        </pc:spChg>
        <pc:spChg chg="mod">
          <ac:chgData name="YAN LUO" userId="" providerId="" clId="Web-{B63C8988-E1D3-4A52-8229-FA8C5EBD2ECD}" dt="2021-08-19T13:46:07.426" v="35" actId="20577"/>
          <ac:spMkLst>
            <pc:docMk/>
            <pc:sldMk cId="1385553969" sldId="302"/>
            <ac:spMk id="3" creationId="{AB0AB2AC-B7E6-6849-9AE9-697369407F8F}"/>
          </ac:spMkLst>
        </pc:spChg>
        <pc:spChg chg="add del">
          <ac:chgData name="YAN LUO" userId="" providerId="" clId="Web-{B63C8988-E1D3-4A52-8229-FA8C5EBD2ECD}" dt="2021-08-19T13:46:27.739" v="39"/>
          <ac:spMkLst>
            <pc:docMk/>
            <pc:sldMk cId="1385553969" sldId="302"/>
            <ac:spMk id="5" creationId="{B2BB333C-3C82-48BA-A090-59BE99C64735}"/>
          </ac:spMkLst>
        </pc:spChg>
        <pc:spChg chg="del">
          <ac:chgData name="YAN LUO" userId="" providerId="" clId="Web-{B63C8988-E1D3-4A52-8229-FA8C5EBD2ECD}" dt="2021-08-19T13:46:24.129" v="36"/>
          <ac:spMkLst>
            <pc:docMk/>
            <pc:sldMk cId="1385553969" sldId="302"/>
            <ac:spMk id="15" creationId="{302614DC-FBA1-44E3-9E89-23C80E7E6998}"/>
          </ac:spMkLst>
        </pc:spChg>
      </pc:sldChg>
      <pc:sldChg chg="modSp">
        <pc:chgData name="YAN LUO" userId="" providerId="" clId="Web-{B63C8988-E1D3-4A52-8229-FA8C5EBD2ECD}" dt="2021-08-19T13:55:45.293" v="141" actId="20577"/>
        <pc:sldMkLst>
          <pc:docMk/>
          <pc:sldMk cId="1434679925" sldId="312"/>
        </pc:sldMkLst>
        <pc:spChg chg="mod">
          <ac:chgData name="YAN LUO" userId="" providerId="" clId="Web-{B63C8988-E1D3-4A52-8229-FA8C5EBD2ECD}" dt="2021-08-19T13:55:45.293" v="141" actId="20577"/>
          <ac:spMkLst>
            <pc:docMk/>
            <pc:sldMk cId="1434679925" sldId="312"/>
            <ac:spMk id="5" creationId="{1B07C49E-AFFC-EC46-8930-E4D428F5F943}"/>
          </ac:spMkLst>
        </pc:spChg>
      </pc:sldChg>
      <pc:sldChg chg="modSp">
        <pc:chgData name="YAN LUO" userId="" providerId="" clId="Web-{B63C8988-E1D3-4A52-8229-FA8C5EBD2ECD}" dt="2021-08-19T13:56:18.809" v="184" actId="20577"/>
        <pc:sldMkLst>
          <pc:docMk/>
          <pc:sldMk cId="639399535" sldId="314"/>
        </pc:sldMkLst>
        <pc:spChg chg="mod">
          <ac:chgData name="YAN LUO" userId="" providerId="" clId="Web-{B63C8988-E1D3-4A52-8229-FA8C5EBD2ECD}" dt="2021-08-19T13:56:18.809" v="184" actId="20577"/>
          <ac:spMkLst>
            <pc:docMk/>
            <pc:sldMk cId="639399535" sldId="314"/>
            <ac:spMk id="5" creationId="{1B07C49E-AFFC-EC46-8930-E4D428F5F943}"/>
          </ac:spMkLst>
        </pc:spChg>
      </pc:sldChg>
      <pc:sldChg chg="modSp">
        <pc:chgData name="YAN LUO" userId="" providerId="" clId="Web-{B63C8988-E1D3-4A52-8229-FA8C5EBD2ECD}" dt="2021-08-19T14:01:44.876" v="206" actId="20577"/>
        <pc:sldMkLst>
          <pc:docMk/>
          <pc:sldMk cId="1398439132" sldId="316"/>
        </pc:sldMkLst>
        <pc:spChg chg="mod">
          <ac:chgData name="YAN LUO" userId="" providerId="" clId="Web-{B63C8988-E1D3-4A52-8229-FA8C5EBD2ECD}" dt="2021-08-19T14:01:44.876" v="206" actId="20577"/>
          <ac:spMkLst>
            <pc:docMk/>
            <pc:sldMk cId="1398439132" sldId="316"/>
            <ac:spMk id="5" creationId="{1B07C49E-AFFC-EC46-8930-E4D428F5F943}"/>
          </ac:spMkLst>
        </pc:spChg>
      </pc:sldChg>
    </pc:docChg>
  </pc:docChgLst>
  <pc:docChgLst>
    <pc:chgData name="Ada Celik" clId="Web-{9F30A1D2-6717-426C-A658-3A50309723ED}"/>
    <pc:docChg chg="modSld">
      <pc:chgData name="Ada Celik" userId="" providerId="" clId="Web-{9F30A1D2-6717-426C-A658-3A50309723ED}" dt="2021-08-10T21:42:35.526" v="3"/>
      <pc:docMkLst>
        <pc:docMk/>
      </pc:docMkLst>
      <pc:sldChg chg="delSp">
        <pc:chgData name="Ada Celik" userId="" providerId="" clId="Web-{9F30A1D2-6717-426C-A658-3A50309723ED}" dt="2021-08-10T21:42:35.526" v="3"/>
        <pc:sldMkLst>
          <pc:docMk/>
          <pc:sldMk cId="661040741" sldId="329"/>
        </pc:sldMkLst>
        <pc:picChg chg="del">
          <ac:chgData name="Ada Celik" userId="" providerId="" clId="Web-{9F30A1D2-6717-426C-A658-3A50309723ED}" dt="2021-08-10T21:42:35.526" v="3"/>
          <ac:picMkLst>
            <pc:docMk/>
            <pc:sldMk cId="661040741" sldId="329"/>
            <ac:picMk id="8" creationId="{F88AB437-E43C-436D-B35E-51887C103800}"/>
          </ac:picMkLst>
        </pc:picChg>
        <pc:picChg chg="del">
          <ac:chgData name="Ada Celik" userId="" providerId="" clId="Web-{9F30A1D2-6717-426C-A658-3A50309723ED}" dt="2021-08-10T21:42:35.526" v="2"/>
          <ac:picMkLst>
            <pc:docMk/>
            <pc:sldMk cId="661040741" sldId="329"/>
            <ac:picMk id="9" creationId="{89FBF71A-DDF5-4BAA-B9B5-91B4675FF80E}"/>
          </ac:picMkLst>
        </pc:picChg>
        <pc:picChg chg="del">
          <ac:chgData name="Ada Celik" userId="" providerId="" clId="Web-{9F30A1D2-6717-426C-A658-3A50309723ED}" dt="2021-08-10T21:42:35.526" v="1"/>
          <ac:picMkLst>
            <pc:docMk/>
            <pc:sldMk cId="661040741" sldId="329"/>
            <ac:picMk id="10" creationId="{225AE237-9A47-4E0B-AE8A-DD0CED30B39D}"/>
          </ac:picMkLst>
        </pc:picChg>
        <pc:picChg chg="del">
          <ac:chgData name="Ada Celik" userId="" providerId="" clId="Web-{9F30A1D2-6717-426C-A658-3A50309723ED}" dt="2021-08-10T21:42:35.526" v="0"/>
          <ac:picMkLst>
            <pc:docMk/>
            <pc:sldMk cId="661040741" sldId="329"/>
            <ac:picMk id="11" creationId="{E1021DDF-7C74-4FD8-AE38-AFFCC057C8C2}"/>
          </ac:picMkLst>
        </pc:picChg>
      </pc:sldChg>
    </pc:docChg>
  </pc:docChgLst>
  <pc:docChgLst>
    <pc:chgData name="annaasgaraly@ibm.com" clId="Web-{3BA0D230-C853-4667-83F9-D85E65BD4B24}"/>
    <pc:docChg chg="modSld">
      <pc:chgData name="annaasgaraly@ibm.com" userId="" providerId="" clId="Web-{3BA0D230-C853-4667-83F9-D85E65BD4B24}" dt="2021-08-19T16:32:24.566" v="1"/>
      <pc:docMkLst>
        <pc:docMk/>
      </pc:docMkLst>
      <pc:sldChg chg="mod setBg">
        <pc:chgData name="annaasgaraly@ibm.com" userId="" providerId="" clId="Web-{3BA0D230-C853-4667-83F9-D85E65BD4B24}" dt="2021-08-19T16:32:24.566" v="1"/>
        <pc:sldMkLst>
          <pc:docMk/>
          <pc:sldMk cId="178270660" sldId="284"/>
        </pc:sldMkLst>
      </pc:sldChg>
      <pc:sldChg chg="mod setBg">
        <pc:chgData name="annaasgaraly@ibm.com" userId="" providerId="" clId="Web-{3BA0D230-C853-4667-83F9-D85E65BD4B24}" dt="2021-08-19T16:32:07.268" v="0"/>
        <pc:sldMkLst>
          <pc:docMk/>
          <pc:sldMk cId="1023352497" sldId="294"/>
        </pc:sldMkLst>
      </pc:sldChg>
    </pc:docChg>
  </pc:docChgLst>
  <pc:docChgLst>
    <pc:chgData name="YAN LUO" clId="Web-{86B35720-4193-446F-B2D5-9AD9984A55EF}"/>
    <pc:docChg chg="modSld">
      <pc:chgData name="YAN LUO" userId="" providerId="" clId="Web-{86B35720-4193-446F-B2D5-9AD9984A55EF}" dt="2021-08-19T14:59:05.021" v="263" actId="20577"/>
      <pc:docMkLst>
        <pc:docMk/>
      </pc:docMkLst>
      <pc:sldChg chg="modSp">
        <pc:chgData name="YAN LUO" userId="" providerId="" clId="Web-{86B35720-4193-446F-B2D5-9AD9984A55EF}" dt="2021-08-19T14:59:05.021" v="263" actId="20577"/>
        <pc:sldMkLst>
          <pc:docMk/>
          <pc:sldMk cId="2459446073" sldId="289"/>
        </pc:sldMkLst>
        <pc:spChg chg="mod">
          <ac:chgData name="YAN LUO" userId="" providerId="" clId="Web-{86B35720-4193-446F-B2D5-9AD9984A55EF}" dt="2021-08-19T14:59:05.021" v="263" actId="20577"/>
          <ac:spMkLst>
            <pc:docMk/>
            <pc:sldMk cId="2459446073" sldId="289"/>
            <ac:spMk id="5" creationId="{1B07C49E-AFFC-EC46-8930-E4D428F5F943}"/>
          </ac:spMkLst>
        </pc:spChg>
      </pc:sldChg>
      <pc:sldChg chg="modSp">
        <pc:chgData name="YAN LUO" userId="" providerId="" clId="Web-{86B35720-4193-446F-B2D5-9AD9984A55EF}" dt="2021-08-19T14:15:37.479" v="115" actId="20577"/>
        <pc:sldMkLst>
          <pc:docMk/>
          <pc:sldMk cId="981671777" sldId="296"/>
        </pc:sldMkLst>
        <pc:spChg chg="mod">
          <ac:chgData name="YAN LUO" userId="" providerId="" clId="Web-{86B35720-4193-446F-B2D5-9AD9984A55EF}" dt="2021-08-19T14:15:37.479" v="115" actId="20577"/>
          <ac:spMkLst>
            <pc:docMk/>
            <pc:sldMk cId="981671777" sldId="296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07:37.968" v="1" actId="20577"/>
        <pc:sldMkLst>
          <pc:docMk/>
          <pc:sldMk cId="1398439132" sldId="316"/>
        </pc:sldMkLst>
        <pc:spChg chg="mod">
          <ac:chgData name="YAN LUO" userId="" providerId="" clId="Web-{86B35720-4193-446F-B2D5-9AD9984A55EF}" dt="2021-08-19T14:07:37.968" v="1" actId="20577"/>
          <ac:spMkLst>
            <pc:docMk/>
            <pc:sldMk cId="1398439132" sldId="316"/>
            <ac:spMk id="5" creationId="{1B07C49E-AFFC-EC46-8930-E4D428F5F943}"/>
          </ac:spMkLst>
        </pc:spChg>
      </pc:sldChg>
      <pc:sldChg chg="modSp">
        <pc:chgData name="YAN LUO" userId="" providerId="" clId="Web-{86B35720-4193-446F-B2D5-9AD9984A55EF}" dt="2021-08-19T14:12:24.459" v="39" actId="20577"/>
        <pc:sldMkLst>
          <pc:docMk/>
          <pc:sldMk cId="3975168428" sldId="317"/>
        </pc:sldMkLst>
        <pc:spChg chg="mod">
          <ac:chgData name="YAN LUO" userId="" providerId="" clId="Web-{86B35720-4193-446F-B2D5-9AD9984A55EF}" dt="2021-08-19T14:10:01.737" v="18" actId="20577"/>
          <ac:spMkLst>
            <pc:docMk/>
            <pc:sldMk cId="3975168428" sldId="317"/>
            <ac:spMk id="3" creationId="{04523243-E4D6-45EC-97C8-D44398FB7417}"/>
          </ac:spMkLst>
        </pc:spChg>
        <pc:spChg chg="mod">
          <ac:chgData name="YAN LUO" userId="" providerId="" clId="Web-{86B35720-4193-446F-B2D5-9AD9984A55EF}" dt="2021-08-19T14:12:24.459" v="39" actId="20577"/>
          <ac:spMkLst>
            <pc:docMk/>
            <pc:sldMk cId="3975168428" sldId="317"/>
            <ac:spMk id="5" creationId="{1B07C49E-AFFC-EC46-8930-E4D428F5F943}"/>
          </ac:spMkLst>
        </pc:spChg>
      </pc:sldChg>
      <pc:sldChg chg="modSp">
        <pc:chgData name="YAN LUO" userId="" providerId="" clId="Web-{86B35720-4193-446F-B2D5-9AD9984A55EF}" dt="2021-08-19T14:15:56.635" v="140" actId="20577"/>
        <pc:sldMkLst>
          <pc:docMk/>
          <pc:sldMk cId="239597884" sldId="318"/>
        </pc:sldMkLst>
        <pc:spChg chg="mod">
          <ac:chgData name="YAN LUO" userId="" providerId="" clId="Web-{86B35720-4193-446F-B2D5-9AD9984A55EF}" dt="2021-08-19T14:15:56.635" v="140" actId="20577"/>
          <ac:spMkLst>
            <pc:docMk/>
            <pc:sldMk cId="239597884" sldId="318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16:10.167" v="168" actId="20577"/>
        <pc:sldMkLst>
          <pc:docMk/>
          <pc:sldMk cId="232499080" sldId="319"/>
        </pc:sldMkLst>
        <pc:spChg chg="mod">
          <ac:chgData name="YAN LUO" userId="" providerId="" clId="Web-{86B35720-4193-446F-B2D5-9AD9984A55EF}" dt="2021-08-19T14:16:10.167" v="168" actId="20577"/>
          <ac:spMkLst>
            <pc:docMk/>
            <pc:sldMk cId="232499080" sldId="319"/>
            <ac:spMk id="5" creationId="{85D9F803-CDBC-C74C-AF1B-2B5937D1C241}"/>
          </ac:spMkLst>
        </pc:spChg>
      </pc:sldChg>
      <pc:sldChg chg="modSp addCm">
        <pc:chgData name="YAN LUO" userId="" providerId="" clId="Web-{86B35720-4193-446F-B2D5-9AD9984A55EF}" dt="2021-08-19T14:58:05.144" v="175"/>
        <pc:sldMkLst>
          <pc:docMk/>
          <pc:sldMk cId="700132931" sldId="322"/>
        </pc:sldMkLst>
        <pc:spChg chg="mod">
          <ac:chgData name="YAN LUO" userId="" providerId="" clId="Web-{86B35720-4193-446F-B2D5-9AD9984A55EF}" dt="2021-08-19T14:17:04.699" v="171" actId="20577"/>
          <ac:spMkLst>
            <pc:docMk/>
            <pc:sldMk cId="700132931" sldId="322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17:12.528" v="174" actId="20577"/>
        <pc:sldMkLst>
          <pc:docMk/>
          <pc:sldMk cId="1866160706" sldId="323"/>
        </pc:sldMkLst>
        <pc:spChg chg="mod">
          <ac:chgData name="YAN LUO" userId="" providerId="" clId="Web-{86B35720-4193-446F-B2D5-9AD9984A55EF}" dt="2021-08-19T14:17:12.528" v="174" actId="20577"/>
          <ac:spMkLst>
            <pc:docMk/>
            <pc:sldMk cId="1866160706" sldId="323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58:49.817" v="250" actId="20577"/>
        <pc:sldMkLst>
          <pc:docMk/>
          <pc:sldMk cId="252359608" sldId="324"/>
        </pc:sldMkLst>
        <pc:spChg chg="mod">
          <ac:chgData name="YAN LUO" userId="" providerId="" clId="Web-{86B35720-4193-446F-B2D5-9AD9984A55EF}" dt="2021-08-19T14:58:49.817" v="250" actId="20577"/>
          <ac:spMkLst>
            <pc:docMk/>
            <pc:sldMk cId="252359608" sldId="324"/>
            <ac:spMk id="5" creationId="{85D9F803-CDBC-C74C-AF1B-2B5937D1C241}"/>
          </ac:spMkLst>
        </pc:spChg>
      </pc:sldChg>
    </pc:docChg>
  </pc:docChgLst>
  <pc:docChgLst>
    <pc:chgData name="annaasgaraly@ibm.com" clId="Web-{10340FDF-B15C-4CFF-B487-146F9B98A252}"/>
    <pc:docChg chg="modSld">
      <pc:chgData name="annaasgaraly@ibm.com" userId="" providerId="" clId="Web-{10340FDF-B15C-4CFF-B487-146F9B98A252}" dt="2021-08-10T21:47:37.589" v="27"/>
      <pc:docMkLst>
        <pc:docMk/>
      </pc:docMkLst>
      <pc:sldChg chg="mod setBg">
        <pc:chgData name="annaasgaraly@ibm.com" userId="" providerId="" clId="Web-{10340FDF-B15C-4CFF-B487-146F9B98A252}" dt="2021-08-10T21:45:57.511" v="22"/>
        <pc:sldMkLst>
          <pc:docMk/>
          <pc:sldMk cId="3181088097" sldId="278"/>
        </pc:sldMkLst>
      </pc:sldChg>
      <pc:sldChg chg="mod setBg">
        <pc:chgData name="annaasgaraly@ibm.com" userId="" providerId="" clId="Web-{10340FDF-B15C-4CFF-B487-146F9B98A252}" dt="2021-08-10T21:39:24.478" v="2"/>
        <pc:sldMkLst>
          <pc:docMk/>
          <pc:sldMk cId="178270660" sldId="284"/>
        </pc:sldMkLst>
      </pc:sldChg>
      <pc:sldChg chg="mod setBg">
        <pc:chgData name="annaasgaraly@ibm.com" userId="" providerId="" clId="Web-{10340FDF-B15C-4CFF-B487-146F9B98A252}" dt="2021-08-10T21:46:27.417" v="25"/>
        <pc:sldMkLst>
          <pc:docMk/>
          <pc:sldMk cId="1290394134" sldId="288"/>
        </pc:sldMkLst>
      </pc:sldChg>
      <pc:sldChg chg="mod setBg">
        <pc:chgData name="annaasgaraly@ibm.com" userId="" providerId="" clId="Web-{10340FDF-B15C-4CFF-B487-146F9B98A252}" dt="2021-08-10T21:46:06.604" v="23"/>
        <pc:sldMkLst>
          <pc:docMk/>
          <pc:sldMk cId="1023352497" sldId="294"/>
        </pc:sldMkLst>
      </pc:sldChg>
      <pc:sldChg chg="mod setBg">
        <pc:chgData name="annaasgaraly@ibm.com" userId="" providerId="" clId="Web-{10340FDF-B15C-4CFF-B487-146F9B98A252}" dt="2021-08-10T21:47:37.589" v="27"/>
        <pc:sldMkLst>
          <pc:docMk/>
          <pc:sldMk cId="3093198887" sldId="298"/>
        </pc:sldMkLst>
      </pc:sldChg>
      <pc:sldChg chg="mod setBg">
        <pc:chgData name="annaasgaraly@ibm.com" userId="" providerId="" clId="Web-{10340FDF-B15C-4CFF-B487-146F9B98A252}" dt="2021-08-10T21:46:43.870" v="26"/>
        <pc:sldMkLst>
          <pc:docMk/>
          <pc:sldMk cId="733461713" sldId="321"/>
        </pc:sldMkLst>
      </pc:sldChg>
      <pc:sldChg chg="modSp mod setBg">
        <pc:chgData name="annaasgaraly@ibm.com" userId="" providerId="" clId="Web-{10340FDF-B15C-4CFF-B487-146F9B98A252}" dt="2021-08-10T21:42:44.994" v="17" actId="1076"/>
        <pc:sldMkLst>
          <pc:docMk/>
          <pc:sldMk cId="1277611629" sldId="327"/>
        </pc:sldMkLst>
        <pc:spChg chg="mod">
          <ac:chgData name="annaasgaraly@ibm.com" userId="" providerId="" clId="Web-{10340FDF-B15C-4CFF-B487-146F9B98A252}" dt="2021-08-10T21:42:44.994" v="17" actId="1076"/>
          <ac:spMkLst>
            <pc:docMk/>
            <pc:sldMk cId="1277611629" sldId="327"/>
            <ac:spMk id="6" creationId="{2C36AF9D-A911-994B-90EA-013D4CDA5604}"/>
          </ac:spMkLst>
        </pc:spChg>
      </pc:sldChg>
      <pc:sldChg chg="modSp mod setBg">
        <pc:chgData name="annaasgaraly@ibm.com" userId="" providerId="" clId="Web-{10340FDF-B15C-4CFF-B487-146F9B98A252}" dt="2021-08-10T21:41:36.353" v="12" actId="1076"/>
        <pc:sldMkLst>
          <pc:docMk/>
          <pc:sldMk cId="661040741" sldId="329"/>
        </pc:sldMkLst>
        <pc:picChg chg="mod">
          <ac:chgData name="annaasgaraly@ibm.com" userId="" providerId="" clId="Web-{10340FDF-B15C-4CFF-B487-146F9B98A252}" dt="2021-08-10T21:41:36.338" v="9" actId="1076"/>
          <ac:picMkLst>
            <pc:docMk/>
            <pc:sldMk cId="661040741" sldId="329"/>
            <ac:picMk id="8" creationId="{F88AB437-E43C-436D-B35E-51887C103800}"/>
          </ac:picMkLst>
        </pc:picChg>
        <pc:picChg chg="mod">
          <ac:chgData name="annaasgaraly@ibm.com" userId="" providerId="" clId="Web-{10340FDF-B15C-4CFF-B487-146F9B98A252}" dt="2021-08-10T21:41:36.338" v="10" actId="1076"/>
          <ac:picMkLst>
            <pc:docMk/>
            <pc:sldMk cId="661040741" sldId="329"/>
            <ac:picMk id="9" creationId="{89FBF71A-DDF5-4BAA-B9B5-91B4675FF80E}"/>
          </ac:picMkLst>
        </pc:picChg>
        <pc:picChg chg="mod">
          <ac:chgData name="annaasgaraly@ibm.com" userId="" providerId="" clId="Web-{10340FDF-B15C-4CFF-B487-146F9B98A252}" dt="2021-08-10T21:41:36.338" v="11" actId="1076"/>
          <ac:picMkLst>
            <pc:docMk/>
            <pc:sldMk cId="661040741" sldId="329"/>
            <ac:picMk id="10" creationId="{225AE237-9A47-4E0B-AE8A-DD0CED30B39D}"/>
          </ac:picMkLst>
        </pc:picChg>
        <pc:picChg chg="mod">
          <ac:chgData name="annaasgaraly@ibm.com" userId="" providerId="" clId="Web-{10340FDF-B15C-4CFF-B487-146F9B98A252}" dt="2021-08-10T21:41:36.353" v="12" actId="1076"/>
          <ac:picMkLst>
            <pc:docMk/>
            <pc:sldMk cId="661040741" sldId="329"/>
            <ac:picMk id="11" creationId="{E1021DDF-7C74-4FD8-AE38-AFFCC057C8C2}"/>
          </ac:picMkLst>
        </pc:picChg>
      </pc:sldChg>
      <pc:sldChg chg="delSp">
        <pc:chgData name="annaasgaraly@ibm.com" userId="" providerId="" clId="Web-{10340FDF-B15C-4CFF-B487-146F9B98A252}" dt="2021-08-10T21:41:45.322" v="13"/>
        <pc:sldMkLst>
          <pc:docMk/>
          <pc:sldMk cId="724038033" sldId="330"/>
        </pc:sldMkLst>
        <pc:picChg chg="del">
          <ac:chgData name="annaasgaraly@ibm.com" userId="" providerId="" clId="Web-{10340FDF-B15C-4CFF-B487-146F9B98A252}" dt="2021-08-10T21:41:45.322" v="13"/>
          <ac:picMkLst>
            <pc:docMk/>
            <pc:sldMk cId="724038033" sldId="330"/>
            <ac:picMk id="5" creationId="{CB1F49FF-991F-486B-915B-B77CF4EFA4FC}"/>
          </ac:picMkLst>
        </pc:picChg>
      </pc:sldChg>
      <pc:sldChg chg="delSp">
        <pc:chgData name="annaasgaraly@ibm.com" userId="" providerId="" clId="Web-{10340FDF-B15C-4CFF-B487-146F9B98A252}" dt="2021-08-10T21:41:47.681" v="14"/>
        <pc:sldMkLst>
          <pc:docMk/>
          <pc:sldMk cId="1980221439" sldId="331"/>
        </pc:sldMkLst>
        <pc:picChg chg="del">
          <ac:chgData name="annaasgaraly@ibm.com" userId="" providerId="" clId="Web-{10340FDF-B15C-4CFF-B487-146F9B98A252}" dt="2021-08-10T21:41:47.681" v="14"/>
          <ac:picMkLst>
            <pc:docMk/>
            <pc:sldMk cId="1980221439" sldId="331"/>
            <ac:picMk id="2" creationId="{8A66F7ED-A8F1-451C-8775-2EC870DFBB7B}"/>
          </ac:picMkLst>
        </pc:picChg>
      </pc:sldChg>
      <pc:sldChg chg="delSp">
        <pc:chgData name="annaasgaraly@ibm.com" userId="" providerId="" clId="Web-{10340FDF-B15C-4CFF-B487-146F9B98A252}" dt="2021-08-10T21:41:49.431" v="15"/>
        <pc:sldMkLst>
          <pc:docMk/>
          <pc:sldMk cId="2560061391" sldId="332"/>
        </pc:sldMkLst>
        <pc:picChg chg="del">
          <ac:chgData name="annaasgaraly@ibm.com" userId="" providerId="" clId="Web-{10340FDF-B15C-4CFF-B487-146F9B98A252}" dt="2021-08-10T21:41:49.431" v="15"/>
          <ac:picMkLst>
            <pc:docMk/>
            <pc:sldMk cId="2560061391" sldId="332"/>
            <ac:picMk id="3" creationId="{5183A175-625A-4E5B-9091-5DB0C049168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D167474-952B-AC43-BEC3-541C80E3FD9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936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6DC1C6-1287-2C4A-84C8-98EFD82F9A6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936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1B1DFE-DEC1-F84C-B64B-0BC4AFB87332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B322D0-710C-764D-ADE9-C566FF3B05D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763713"/>
            <a:ext cx="2971800" cy="936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A2AE0-FDA0-1248-8D07-A5244E897E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763713"/>
            <a:ext cx="2971800" cy="936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91E733-BECA-E944-9B7F-321864631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0155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97948-54D2-43F8-9A63-A99FE3051738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DA0E2-FEBD-4B65-8F16-724CF984F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315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2750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665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503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DF747-B622-7F48-9215-C3A606BDE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29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CE525-4063-4C4F-8334-FBA02DB69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4EC97-9D34-BE48-9367-02F3BA148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B8E19-FEF2-7A4B-8575-5AFEB134BC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A4E28-3138-784C-8CBB-8586D8EE0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07D0F-3645-6B43-9AD7-762199572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837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63CE8-FC8A-B648-971E-6DC96997A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634958-58AE-3F4E-8C00-440B25A93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72462-6007-A64A-86E6-F5ED46C87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D379FD-EE00-8243-9FA5-BC4C116FA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2C754-6A4A-424A-B972-C341147C4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51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B8FC9-14F0-064F-BEB7-9DA0B5822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65333-3885-5246-9997-584B944334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A3D495-0AB7-4245-BD03-FEF725EE8B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A3532B-22A8-4948-8614-690AB67FC7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45A5D6-868E-4849-A5DA-84702CEDF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682E35-43FC-E946-AA84-7E00546A2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983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14121-1457-7D45-BFFD-BECD66497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E09A76-C125-0945-BCD8-FF2A0498A5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B142CC-BC3F-664E-A6C2-3854B8D4E8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FA8D54-9ED9-E345-B69E-FF5D485B13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9B295F-F3C2-5646-A5F3-194FE6EFEB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516157-5FC9-E841-A6FC-14EBCFDEC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44E072-D5B7-D647-82C0-40BEAE857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A73D6E-2A82-7344-BB8C-513E6DA4E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103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9B4CE-9E7B-564C-A6C3-DCABF996F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F8A31D-92A5-DF47-9C3A-9F9C1CF8FC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E7EADA-8BC4-974C-BBA1-7390F15FD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9EC0A8-C281-FF40-A774-EAF6089BB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588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027EBC-C9EC-5844-B3BF-5151B2F70E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F664BF-C7CE-DC46-9D6D-A9335EE9D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1AAD4E-B732-E349-8793-C20A3D6B7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628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3A651-FEEA-2140-82D8-9C06A36F9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2DAEA-C881-354D-A17E-2A95857F0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2148C2-62EB-B446-BB7C-69F5E48064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4D069-D155-9141-9045-DB41904753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0EE34C-EABB-6848-A341-7CA0C2937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C04AAD-C125-DD44-8102-9F2882080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351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D611A-FFDF-C848-A433-C5B125C40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6C0E97-AC3D-784B-96B7-0D18B5A35A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B37986-0214-C348-AB5F-D54BF28810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6860A9-8610-9347-BAE7-F23CCA13E5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249D7C-BCAA-DE44-AE89-5178DA8D8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5319C3-A65D-764B-BD49-57D0082AE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313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DD383-EB92-5540-96BB-199B7760E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9FED7B-4DA5-4346-B7E2-D18782430F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B5F2C-52A9-3047-A473-9FFC051518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041C9-0677-664D-B2BB-69B0A6A70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34EA4-D670-2C41-9EF4-392023D22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549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05DB93-A58E-714C-BD6E-76F1D21AEA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F83819-F149-7645-A0DD-B53DD9D848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B065F-A67E-EF4E-A12F-EB30F584E4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E9D5F-8CC5-8740-9426-35E9D812F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1DE0B-93CB-5C41-B581-C00D0F9F7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294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8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D30FDD2-E0CC-3E4C-A49E-91BE8BE036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078290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119083-F06C-6F4F-9852-321B8C953C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210309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5B246-E282-3742-BD72-B1BCDC5A6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rgbClr val="1C7DDB"/>
                </a:solidFill>
                <a:latin typeface="Abadi" panose="020B0604020104020204" pitchFamily="34" charset="0"/>
              </a:defRPr>
            </a:lvl1pPr>
          </a:lstStyle>
          <a:p>
            <a:fld id="{A190C97C-0095-2443-AC12-FA4CBA4ACD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31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36AF9D-A911-994B-90EA-013D4CDA5604}"/>
              </a:ext>
            </a:extLst>
          </p:cNvPr>
          <p:cNvSpPr txBox="1"/>
          <p:nvPr/>
        </p:nvSpPr>
        <p:spPr>
          <a:xfrm>
            <a:off x="888546" y="4568734"/>
            <a:ext cx="251460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Abadi"/>
                <a:ea typeface="SF Pro" pitchFamily="2" charset="0"/>
                <a:cs typeface="SF Pro" pitchFamily="2" charset="0"/>
              </a:rPr>
              <a:t>Adithya Sankar Menon</a:t>
            </a:r>
          </a:p>
          <a:p>
            <a:r>
              <a:rPr lang="en-US" dirty="0">
                <a:solidFill>
                  <a:schemeClr val="bg2"/>
                </a:solidFill>
                <a:latin typeface="Abadi" panose="020B0604020104020204" pitchFamily="34" charset="0"/>
                <a:ea typeface="SF Pro" pitchFamily="2" charset="0"/>
                <a:cs typeface="SF Pro" pitchFamily="2" charset="0"/>
              </a:rPr>
              <a:t>15</a:t>
            </a:r>
            <a:r>
              <a:rPr lang="en-US" baseline="30000" dirty="0">
                <a:solidFill>
                  <a:schemeClr val="bg2"/>
                </a:solidFill>
                <a:latin typeface="Abadi" panose="020B0604020104020204" pitchFamily="34" charset="0"/>
                <a:ea typeface="SF Pro" pitchFamily="2" charset="0"/>
                <a:cs typeface="SF Pro" pitchFamily="2" charset="0"/>
              </a:rPr>
              <a:t>th</a:t>
            </a:r>
            <a:r>
              <a:rPr lang="en-US" dirty="0">
                <a:solidFill>
                  <a:schemeClr val="bg2"/>
                </a:solidFill>
                <a:latin typeface="Abadi" panose="020B0604020104020204" pitchFamily="34" charset="0"/>
                <a:ea typeface="SF Pro" pitchFamily="2" charset="0"/>
                <a:cs typeface="SF Pro" pitchFamily="2" charset="0"/>
              </a:rPr>
              <a:t> February 2026</a:t>
            </a:r>
          </a:p>
        </p:txBody>
      </p:sp>
      <p:pic>
        <p:nvPicPr>
          <p:cNvPr id="2" name="Picture 2" descr="IBM Skills Network Logo - Horizontal-noai copy.png">
            <a:extLst>
              <a:ext uri="{FF2B5EF4-FFF2-40B4-BE49-F238E27FC236}">
                <a16:creationId xmlns:a16="http://schemas.microsoft.com/office/drawing/2014/main" id="{4F94DBE5-2DCC-401E-95AA-12E04A97F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20" y="676828"/>
            <a:ext cx="2104103" cy="629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611629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fld id="{5075537C-CA84-1446-933C-8E9D027F920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EF1473-3ADD-43F1-A495-57AAB7FD902F}"/>
              </a:ext>
            </a:extLst>
          </p:cNvPr>
          <p:cNvSpPr txBox="1">
            <a:spLocks/>
          </p:cNvSpPr>
          <p:nvPr/>
        </p:nvSpPr>
        <p:spPr>
          <a:xfrm>
            <a:off x="958697" y="2113240"/>
            <a:ext cx="5167086" cy="3320824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Executive Summary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Introduction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Methodology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Results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Conclusion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Appendix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724038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075537C-CA84-1446-933C-8E9D027F9201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EF1473-3ADD-43F1-A495-57AAB7FD902F}"/>
              </a:ext>
            </a:extLst>
          </p:cNvPr>
          <p:cNvSpPr txBox="1">
            <a:spLocks/>
          </p:cNvSpPr>
          <p:nvPr/>
        </p:nvSpPr>
        <p:spPr>
          <a:xfrm>
            <a:off x="958903" y="2684972"/>
            <a:ext cx="4017889" cy="1039909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Summary of methodologies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Summary of all results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Executive Summary</a:t>
            </a:r>
            <a:endParaRPr lang="en-US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0221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075537C-CA84-1446-933C-8E9D027F9201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 txBox="1">
            <a:spLocks/>
          </p:cNvSpPr>
          <p:nvPr/>
        </p:nvSpPr>
        <p:spPr>
          <a:xfrm>
            <a:off x="828068" y="538650"/>
            <a:ext cx="10530114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Introduction</a:t>
            </a:r>
            <a:endParaRPr lang="en-US">
              <a:solidFill>
                <a:srgbClr val="0B49CB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E999A1B-8752-489F-A63B-EA2F60186B52}"/>
              </a:ext>
            </a:extLst>
          </p:cNvPr>
          <p:cNvSpPr txBox="1">
            <a:spLocks/>
          </p:cNvSpPr>
          <p:nvPr/>
        </p:nvSpPr>
        <p:spPr>
          <a:xfrm>
            <a:off x="958697" y="2521403"/>
            <a:ext cx="5660840" cy="1898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Project background and context</a:t>
            </a:r>
          </a:p>
          <a:p>
            <a:pPr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Problems you want to find answers</a:t>
            </a:r>
          </a:p>
        </p:txBody>
      </p:sp>
    </p:spTree>
    <p:extLst>
      <p:ext uri="{BB962C8B-B14F-4D97-AF65-F5344CB8AC3E}">
        <p14:creationId xmlns:p14="http://schemas.microsoft.com/office/powerpoint/2010/main" val="2560061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1BF29A-91D2-784B-9589-F5A388316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5075537C-CA84-1446-933C-8E9D027F9201}" type="slidenum">
              <a:rPr lang="en-US" smtClean="0"/>
              <a:t>5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393D11-6810-B94E-A01A-A2D00E82E738}"/>
              </a:ext>
            </a:extLst>
          </p:cNvPr>
          <p:cNvSpPr txBox="1"/>
          <p:nvPr/>
        </p:nvSpPr>
        <p:spPr>
          <a:xfrm>
            <a:off x="765313" y="2812774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1</a:t>
            </a:r>
          </a:p>
        </p:txBody>
      </p:sp>
    </p:spTree>
    <p:extLst>
      <p:ext uri="{BB962C8B-B14F-4D97-AF65-F5344CB8AC3E}">
        <p14:creationId xmlns:p14="http://schemas.microsoft.com/office/powerpoint/2010/main" val="3093198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92CF01-5F8F-9D43-96B9-A581954BA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BFEC426-B615-E549-83E5-140FD588BC64}"/>
              </a:ext>
            </a:extLst>
          </p:cNvPr>
          <p:cNvSpPr txBox="1">
            <a:spLocks/>
          </p:cNvSpPr>
          <p:nvPr/>
        </p:nvSpPr>
        <p:spPr>
          <a:xfrm>
            <a:off x="770011" y="1580808"/>
            <a:ext cx="10104817" cy="5211877"/>
          </a:xfrm>
          <a:prstGeom prst="rect">
            <a:avLst/>
          </a:prstGeom>
        </p:spPr>
        <p:txBody>
          <a:bodyPr lIns="91440" tIns="45720" rIns="91440" bIns="45720" anchor="t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1400"/>
              </a:spcBef>
              <a:buNone/>
            </a:pPr>
            <a:r>
              <a:rPr lang="en-US" sz="8800" dirty="0">
                <a:solidFill>
                  <a:srgbClr val="0B49CB"/>
                </a:solidFill>
                <a:latin typeface="Abadi"/>
              </a:rPr>
              <a:t>Executive Summary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88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Data collection methodology:</a:t>
            </a:r>
          </a:p>
          <a:p>
            <a:pPr lvl="1">
              <a:lnSpc>
                <a:spcPct val="120000"/>
              </a:lnSpc>
              <a:spcBef>
                <a:spcPts val="1400"/>
              </a:spcBef>
            </a:pPr>
            <a:r>
              <a:rPr lang="en-US" sz="7600" dirty="0">
                <a:solidFill>
                  <a:schemeClr val="bg2">
                    <a:lumMod val="50000"/>
                  </a:schemeClr>
                </a:solidFill>
                <a:latin typeface="Abadi"/>
              </a:rPr>
              <a:t>Describe how data was collected 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88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Perform data wrangling</a:t>
            </a:r>
          </a:p>
          <a:p>
            <a:pPr lvl="1">
              <a:lnSpc>
                <a:spcPct val="120000"/>
              </a:lnSpc>
              <a:spcBef>
                <a:spcPts val="1400"/>
              </a:spcBef>
            </a:pPr>
            <a:r>
              <a:rPr lang="en-US" sz="7600" dirty="0">
                <a:solidFill>
                  <a:schemeClr val="bg2">
                    <a:lumMod val="50000"/>
                  </a:schemeClr>
                </a:solidFill>
                <a:latin typeface="Abadi"/>
              </a:rPr>
              <a:t>Describe how data was processed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88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Perform exploratory data analysis (EDA) using visualization and SQL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88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Perform interactive visual analytics using Folium and </a:t>
            </a:r>
            <a:r>
              <a:rPr lang="en-US" sz="8800" dirty="0" err="1">
                <a:solidFill>
                  <a:schemeClr val="accent3">
                    <a:lumMod val="25000"/>
                  </a:schemeClr>
                </a:solidFill>
                <a:latin typeface="Abadi"/>
              </a:rPr>
              <a:t>Plotly</a:t>
            </a:r>
            <a:r>
              <a:rPr lang="en-US" sz="88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 Dash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88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Perform predictive analysis using classification models</a:t>
            </a:r>
          </a:p>
          <a:p>
            <a:pPr lvl="1">
              <a:lnSpc>
                <a:spcPct val="120000"/>
              </a:lnSpc>
              <a:spcBef>
                <a:spcPts val="1400"/>
              </a:spcBef>
            </a:pPr>
            <a:r>
              <a:rPr lang="en-US" sz="7600" dirty="0">
                <a:solidFill>
                  <a:schemeClr val="bg2">
                    <a:lumMod val="50000"/>
                  </a:schemeClr>
                </a:solidFill>
                <a:latin typeface="Abadi"/>
              </a:rPr>
              <a:t>How to build, tune, evaluate classification models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endParaRPr lang="en-US" sz="880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3C62649-0825-4926-8E2A-2EBCCFE00ECC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Methodology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3432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D0411-8FF8-C540-84AE-DBA0703D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7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1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Describe how data sets were collected. 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You need to present your data collection process use key phrases and flowcharts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77AC1D2-8B41-4A7A-88CF-41E6B7D8C98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Data Collection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8665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D0411-8FF8-C540-84AE-DBA0703D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8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910262" y="1792288"/>
            <a:ext cx="5461000" cy="4206875"/>
          </a:xfrm>
          <a:prstGeom prst="rect">
            <a:avLst/>
          </a:prstGeom>
          <a:ln>
            <a:solidFill>
              <a:srgbClr val="0B49CB"/>
            </a:solidFill>
            <a:prstDash val="dash"/>
          </a:ln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 marL="0" indent="0">
              <a:buNone/>
            </a:pP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 marL="0" indent="0">
              <a:buNone/>
            </a:pP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 marL="0" indent="0">
              <a:buNone/>
            </a:pP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 marL="0" indent="0">
              <a:buNone/>
            </a:pPr>
            <a:r>
              <a:rPr lang="en-US" sz="2200">
                <a:solidFill>
                  <a:srgbClr val="1C7DDB"/>
                </a:solidFill>
                <a:latin typeface="Abadi"/>
              </a:rPr>
              <a:t>Place your flowchart of SpaceX API calls </a:t>
            </a:r>
            <a:r>
              <a:rPr lang="en-US" sz="2200" dirty="0">
                <a:solidFill>
                  <a:srgbClr val="1C7DDB"/>
                </a:solidFill>
                <a:latin typeface="Abadi"/>
              </a:rPr>
              <a:t>here</a:t>
            </a:r>
            <a:endParaRPr lang="en-US">
              <a:cs typeface="Calibri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AB2AC-B7E6-6849-9AE9-697369407F8F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820738" y="1800225"/>
            <a:ext cx="4640263" cy="422592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data collection with SpaceX REST calls using key phrases and flowcharts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Add the GitHub URL of the completed SpaceX API calls notebook </a:t>
            </a:r>
            <a:r>
              <a:rPr lang="en-US" sz="2200">
                <a:solidFill>
                  <a:srgbClr val="1C7DDB"/>
                </a:solidFill>
                <a:latin typeface="Abadi" panose="020B0604020104020204" pitchFamily="34" charset="0"/>
              </a:rPr>
              <a:t>(must include completed code cell and outcome cell), </a:t>
            </a: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as an external reference and peer-review purpose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066AA34-20EE-4A59-B343-346A8DB5667C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Data Collection – SpaceX API</a:t>
            </a:r>
          </a:p>
        </p:txBody>
      </p:sp>
    </p:spTree>
    <p:extLst>
      <p:ext uri="{BB962C8B-B14F-4D97-AF65-F5344CB8AC3E}">
        <p14:creationId xmlns:p14="http://schemas.microsoft.com/office/powerpoint/2010/main" val="280316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D0411-8FF8-C540-84AE-DBA0703D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9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AB2AC-B7E6-6849-9AE9-697369407F8F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922411" y="1792288"/>
            <a:ext cx="3932238" cy="3811587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/>
              </a:rPr>
              <a:t>Present your web scraping process using key phrases and flowcharts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Add the GitHub URL of the completed web scraping notebook, as an external reference and peer-review purpose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B84506E-0B2F-4BA8-892E-8CE3753AF954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endParaRPr lang="en-US">
              <a:solidFill>
                <a:srgbClr val="1C7DDB"/>
              </a:solidFill>
              <a:latin typeface="Abadi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4F5ABFD-B4D4-43FF-959F-AFAF45B45269}"/>
              </a:ext>
            </a:extLst>
          </p:cNvPr>
          <p:cNvSpPr txBox="1">
            <a:spLocks/>
          </p:cNvSpPr>
          <p:nvPr/>
        </p:nvSpPr>
        <p:spPr>
          <a:xfrm>
            <a:off x="922411" y="6910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Data Collection - Scraping</a:t>
            </a:r>
            <a:endParaRPr lang="en-US" dirty="0">
              <a:solidFill>
                <a:srgbClr val="0B49CB"/>
              </a:solidFill>
            </a:endParaRP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8B78C759-C687-440F-8CAE-D3071F1AB630}"/>
              </a:ext>
            </a:extLst>
          </p:cNvPr>
          <p:cNvSpPr txBox="1">
            <a:spLocks/>
          </p:cNvSpPr>
          <p:nvPr/>
        </p:nvSpPr>
        <p:spPr>
          <a:xfrm>
            <a:off x="5910262" y="1792288"/>
            <a:ext cx="5461000" cy="4206875"/>
          </a:xfrm>
          <a:prstGeom prst="rect">
            <a:avLst/>
          </a:prstGeom>
          <a:ln>
            <a:solidFill>
              <a:srgbClr val="0B49CB"/>
            </a:solidFill>
            <a:prstDash val="dash"/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 marL="0" indent="0">
              <a:buNone/>
            </a:pPr>
            <a:r>
              <a:rPr lang="en-US" sz="2200">
                <a:solidFill>
                  <a:srgbClr val="1C7DDB"/>
                </a:solidFill>
                <a:latin typeface="Abadi"/>
              </a:rPr>
              <a:t>Place your flowchart of web scraping here</a:t>
            </a:r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85553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021CA9-7CB7-1046-8FA0-21F127C19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10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1" y="1825625"/>
            <a:ext cx="8975652" cy="4351338"/>
          </a:xfrm>
          <a:prstGeom prst="rect">
            <a:avLst/>
          </a:prstGeom>
        </p:spPr>
        <p:txBody>
          <a:bodyPr/>
          <a:lstStyle/>
          <a:p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Describe how data were processed</a:t>
            </a:r>
          </a:p>
          <a:p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You need to present your data wrangling process using key phrases and flowcharts</a:t>
            </a:r>
          </a:p>
          <a:p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Add the GitHub URL of your completed data wrangling related notebooks, as an external reference and peer-review purpose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A665A13-3129-46DF-B847-F273F3E96BE6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Data Wrangling</a:t>
            </a:r>
          </a:p>
        </p:txBody>
      </p:sp>
    </p:spTree>
    <p:extLst>
      <p:ext uri="{BB962C8B-B14F-4D97-AF65-F5344CB8AC3E}">
        <p14:creationId xmlns:p14="http://schemas.microsoft.com/office/powerpoint/2010/main" val="2987552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4E03D3-761E-7549-A4C6-7E585EBC4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11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/>
              </a:rPr>
              <a:t>Summarize what charts were plotted and why you used those charts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Add the GitHub URL of your completed EDA with data visualization notebook, as an external reference and peer-review purpose</a:t>
            </a:r>
          </a:p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9E97D81-A978-4758-8A93-47C19B104075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EDA with Data Visualization</a:t>
            </a:r>
          </a:p>
        </p:txBody>
      </p:sp>
    </p:spTree>
    <p:extLst>
      <p:ext uri="{BB962C8B-B14F-4D97-AF65-F5344CB8AC3E}">
        <p14:creationId xmlns:p14="http://schemas.microsoft.com/office/powerpoint/2010/main" val="779971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7B1B70-690D-5945-90C2-196E1304B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12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06575"/>
            <a:ext cx="9745589" cy="4351338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/>
              </a:rPr>
              <a:t>Using bullet point format, summarize the SQL queries you performed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Add the GitHub URL of your completed EDA with SQL notebook, as an external reference and peer-review purpose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2405FDA-CB27-4506-BA80-B7DD00CB25C5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EDA with SQL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8726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DB26FF-76AA-124F-92D8-C93C45D21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13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875054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Summarize what map objects such as markers, circles, lines, etc. you created and added to a folium map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Explain why you added those objects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Add the GitHub URL of your completed interactive map with Folium map, as an external reference and peer-review purpose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28946E4-5BEF-46F0-A56A-E7E85ACA148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Build an Interactive Map with Folium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1143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DB26FF-76AA-124F-92D8-C93C45D21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14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Summarize what plots/graphs and interactions you have added to a dashboard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Explain why you added those plots and interactions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Add the GitHub URL of your completed </a:t>
            </a:r>
            <a:r>
              <a:rPr lang="en-US" sz="2200" err="1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Plotly</a:t>
            </a: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 Dash lab, as an external reference and peer-review purpose</a:t>
            </a:r>
          </a:p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19FC08B-7D2E-43A5-A528-821DCDCCCC82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Build a Dashboard with </a:t>
            </a:r>
            <a:r>
              <a:rPr lang="en-US" dirty="0" err="1">
                <a:solidFill>
                  <a:srgbClr val="0B49CB"/>
                </a:solidFill>
                <a:latin typeface="Abadi"/>
              </a:rPr>
              <a:t>Plotly</a:t>
            </a:r>
            <a:r>
              <a:rPr lang="en-US" dirty="0">
                <a:solidFill>
                  <a:srgbClr val="0B49CB"/>
                </a:solidFill>
                <a:latin typeface="Abadi"/>
              </a:rPr>
              <a:t> Dash</a:t>
            </a:r>
          </a:p>
        </p:txBody>
      </p:sp>
    </p:spTree>
    <p:extLst>
      <p:ext uri="{BB962C8B-B14F-4D97-AF65-F5344CB8AC3E}">
        <p14:creationId xmlns:p14="http://schemas.microsoft.com/office/powerpoint/2010/main" val="3345327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1B08F2-C4AD-A440-BB78-A0625E288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15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Summarize how you built, evaluated, improved, and found the best performing classification model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You need present your model development process using key phrases and flowchart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Add the GitHub URL of your completed predictive analysis lab, as an external reference and peer-review purpose</a:t>
            </a:r>
          </a:p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C857EDD-A3A7-434D-B8D5-401E872498D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Predictive Analysis (Classification)</a:t>
            </a:r>
          </a:p>
        </p:txBody>
      </p:sp>
    </p:spTree>
    <p:extLst>
      <p:ext uri="{BB962C8B-B14F-4D97-AF65-F5344CB8AC3E}">
        <p14:creationId xmlns:p14="http://schemas.microsoft.com/office/powerpoint/2010/main" val="18137112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7B9C153-C85C-3240-8E7E-523FBC004564}"/>
              </a:ext>
            </a:extLst>
          </p:cNvPr>
          <p:cNvSpPr txBox="1">
            <a:spLocks/>
          </p:cNvSpPr>
          <p:nvPr/>
        </p:nvSpPr>
        <p:spPr>
          <a:xfrm>
            <a:off x="841125" y="1807337"/>
            <a:ext cx="7068725" cy="1621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Exploratory data analysis results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Interactive analytics demo in screenshots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Predictive analysis results</a:t>
            </a:r>
          </a:p>
          <a:p>
            <a:pPr lvl="1"/>
            <a:endParaRPr lang="en-US" sz="1800"/>
          </a:p>
          <a:p>
            <a:pPr marL="457200" lvl="1" indent="0">
              <a:buNone/>
            </a:pPr>
            <a:endParaRPr lang="en-US" sz="1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45C363-925C-9E48-86B0-27D7D36E5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16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30F9542-6794-4F57-BB45-868D94AD06B0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Results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0089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18B93D-8F11-6347-95EE-BF68474E5B1F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2</a:t>
            </a:r>
          </a:p>
        </p:txBody>
      </p:sp>
    </p:spTree>
    <p:extLst>
      <p:ext uri="{BB962C8B-B14F-4D97-AF65-F5344CB8AC3E}">
        <p14:creationId xmlns:p14="http://schemas.microsoft.com/office/powerpoint/2010/main" val="1782706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864973" y="2057400"/>
            <a:ext cx="3932238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a scatter plot of Flight Number vs. Launch Site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screenshot of the scatter plot with explanations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4F4FCC5-6E7E-4FF0-BE45-680EEC392C9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Flight Number vs. Launch Site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56059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19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69757"/>
            <a:ext cx="3932238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a scatter plot of Payload vs. Launch Site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screenshot of the scatter plot with explanations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6CCD949-E788-4375-9B07-478FA5684BC1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Payload vs. Launch Site</a:t>
            </a:r>
          </a:p>
        </p:txBody>
      </p:sp>
    </p:spTree>
    <p:extLst>
      <p:ext uri="{BB962C8B-B14F-4D97-AF65-F5344CB8AC3E}">
        <p14:creationId xmlns:p14="http://schemas.microsoft.com/office/powerpoint/2010/main" val="38697892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20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82114"/>
            <a:ext cx="3932238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a </a:t>
            </a: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bar chart for the success rate of each orbit type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screenshot of the scatter plot with explanations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4811A61-F7FB-4B19-9ED1-E0E2554A5BE8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Success Rate vs. Orbit Type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0901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21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69756"/>
            <a:ext cx="3932238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a </a:t>
            </a: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scatter point of Flight number vs. Orbit type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screenshot of the scatter plot with explanations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21C109C-C017-4D19-928F-AED25AC30125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Flight Number vs. Orbit Type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67275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22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57400"/>
            <a:ext cx="3932238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a </a:t>
            </a: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scatter point of payload vs. orbit type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screenshot of the scatter plot with explanations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FE7D9E4-306D-49E3-9AC4-15D566FC72A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Payload vs. Orbit Type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53405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23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69757"/>
            <a:ext cx="3932238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a </a:t>
            </a: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line chart of yearly average success rate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screenshot of the scatter plot with explanations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D35FD2D-1BD2-45D7-B015-1A96C241520B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Launch Success Yearly Trend</a:t>
            </a:r>
          </a:p>
        </p:txBody>
      </p:sp>
    </p:spTree>
    <p:extLst>
      <p:ext uri="{BB962C8B-B14F-4D97-AF65-F5344CB8AC3E}">
        <p14:creationId xmlns:p14="http://schemas.microsoft.com/office/powerpoint/2010/main" val="7065944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24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Find the names of the unique launch sites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6E60219-AE1B-47B6-9A1D-F2865D04BE52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All Launch Site Names</a:t>
            </a:r>
          </a:p>
        </p:txBody>
      </p:sp>
    </p:spTree>
    <p:extLst>
      <p:ext uri="{BB962C8B-B14F-4D97-AF65-F5344CB8AC3E}">
        <p14:creationId xmlns:p14="http://schemas.microsoft.com/office/powerpoint/2010/main" val="27278509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25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Find 5 records where launch sites begin with `CCA`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57C8CBA-1A0E-4CDF-A451-7AAA44D39839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Launch Site Names Begin with 'CCA'</a:t>
            </a:r>
          </a:p>
        </p:txBody>
      </p:sp>
    </p:spTree>
    <p:extLst>
      <p:ext uri="{BB962C8B-B14F-4D97-AF65-F5344CB8AC3E}">
        <p14:creationId xmlns:p14="http://schemas.microsoft.com/office/powerpoint/2010/main" val="17947386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26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Calculate the total payload carried by boosters from NASA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D161C47-0660-416F-B4C2-25E4D35D69F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Total Payload Mass</a:t>
            </a:r>
          </a:p>
        </p:txBody>
      </p:sp>
    </p:spTree>
    <p:extLst>
      <p:ext uri="{BB962C8B-B14F-4D97-AF65-F5344CB8AC3E}">
        <p14:creationId xmlns:p14="http://schemas.microsoft.com/office/powerpoint/2010/main" val="40100147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27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Calculate the average payload mass carried by booster version F9 v1.1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FD52E17-48CB-4D60-BD56-71D197A29B38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Average Payload Mass by F9 v1.1</a:t>
            </a:r>
          </a:p>
        </p:txBody>
      </p:sp>
    </p:spTree>
    <p:extLst>
      <p:ext uri="{BB962C8B-B14F-4D97-AF65-F5344CB8AC3E}">
        <p14:creationId xmlns:p14="http://schemas.microsoft.com/office/powerpoint/2010/main" val="27355605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28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Find the dates of the first successful landing outcome on ground pad</a:t>
            </a:r>
            <a:endParaRPr lang="en-US" dirty="0">
              <a:solidFill>
                <a:schemeClr val="accent3">
                  <a:lumMod val="25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F12CD3C-55B3-4129-817A-84D0B28F713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First Successful Ground Landing Date</a:t>
            </a:r>
          </a:p>
        </p:txBody>
      </p:sp>
    </p:spTree>
    <p:extLst>
      <p:ext uri="{BB962C8B-B14F-4D97-AF65-F5344CB8AC3E}">
        <p14:creationId xmlns:p14="http://schemas.microsoft.com/office/powerpoint/2010/main" val="14346799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29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/>
              </a:rPr>
              <a:t>List the names of boosters which have successfully landed on drone ship and had payload mass greater than 4000 but less than 6000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52C2E9C-C6BE-40BD-A406-CFB441363CB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Successful Drone Ship Landing with Payload between 4000 and 6000</a:t>
            </a:r>
          </a:p>
        </p:txBody>
      </p:sp>
    </p:spTree>
    <p:extLst>
      <p:ext uri="{BB962C8B-B14F-4D97-AF65-F5344CB8AC3E}">
        <p14:creationId xmlns:p14="http://schemas.microsoft.com/office/powerpoint/2010/main" val="6393995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30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Calculate the total number of successful and failure mission outcomes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9B32320-42D4-49FA-8047-C080B444B3A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Total Number of Successful and Failure Mission Outcomes</a:t>
            </a:r>
          </a:p>
        </p:txBody>
      </p:sp>
    </p:spTree>
    <p:extLst>
      <p:ext uri="{BB962C8B-B14F-4D97-AF65-F5344CB8AC3E}">
        <p14:creationId xmlns:p14="http://schemas.microsoft.com/office/powerpoint/2010/main" val="17569726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31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List the names of the booster which have carried the maximum payload mass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A7EB98F-A25F-4357-9775-478FC17F7F83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Boosters Carried Maximum Payload</a:t>
            </a:r>
          </a:p>
        </p:txBody>
      </p:sp>
    </p:spTree>
    <p:extLst>
      <p:ext uri="{BB962C8B-B14F-4D97-AF65-F5344CB8AC3E}">
        <p14:creationId xmlns:p14="http://schemas.microsoft.com/office/powerpoint/2010/main" val="35666463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32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List the failed </a:t>
            </a:r>
            <a:r>
              <a:rPr lang="en-US" sz="2200" dirty="0" err="1">
                <a:solidFill>
                  <a:schemeClr val="accent3">
                    <a:lumMod val="25000"/>
                  </a:schemeClr>
                </a:solidFill>
                <a:latin typeface="Abadi"/>
              </a:rPr>
              <a:t>landing_outcomes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 in drone ship, their booster versions, and launch site names for in year 2015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Present your query result with a short explanation here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64DA114-677C-40D8-8FFA-43531834CFB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2015 Launch Records</a:t>
            </a:r>
          </a:p>
        </p:txBody>
      </p:sp>
    </p:spTree>
    <p:extLst>
      <p:ext uri="{BB962C8B-B14F-4D97-AF65-F5344CB8AC3E}">
        <p14:creationId xmlns:p14="http://schemas.microsoft.com/office/powerpoint/2010/main" val="13984391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33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Rank the count of landing outcomes (such as Failure (drone ship) or Success (ground pad)) between the date 2010-06-04 and 2017-03-20, in descending order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4523243-E4D6-45EC-97C8-D44398FB7417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Rank Landing Outcomes Between 2010-06-04 and 2017-03-20</a:t>
            </a:r>
          </a:p>
        </p:txBody>
      </p:sp>
    </p:spTree>
    <p:extLst>
      <p:ext uri="{BB962C8B-B14F-4D97-AF65-F5344CB8AC3E}">
        <p14:creationId xmlns:p14="http://schemas.microsoft.com/office/powerpoint/2010/main" val="39751684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B25EC16-0638-FF41-B7CF-E42224EF7FA1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3</a:t>
            </a:r>
          </a:p>
        </p:txBody>
      </p:sp>
    </p:spTree>
    <p:extLst>
      <p:ext uri="{BB962C8B-B14F-4D97-AF65-F5344CB8AC3E}">
        <p14:creationId xmlns:p14="http://schemas.microsoft.com/office/powerpoint/2010/main" val="10233524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35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Replace &lt;Folium map screenshot 1&gt; title with an appropriate title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Explore the generated folium map and make a proper screenshot to include all launch sites’ location markers on a global map</a:t>
            </a:r>
            <a:endParaRPr lang="en-US" dirty="0">
              <a:solidFill>
                <a:schemeClr val="accent3">
                  <a:lumMod val="25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</a:t>
            </a:r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176327-8CC4-4356-8BBB-DC4965CE9857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&lt;Folium Map Screenshot 1&gt;</a:t>
            </a:r>
          </a:p>
        </p:txBody>
      </p:sp>
    </p:spTree>
    <p:extLst>
      <p:ext uri="{BB962C8B-B14F-4D97-AF65-F5344CB8AC3E}">
        <p14:creationId xmlns:p14="http://schemas.microsoft.com/office/powerpoint/2010/main" val="9816717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36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Replace &lt;Folium map screenshot 2&gt; title with an appropriate title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  <a:ea typeface="+mn-lt"/>
                <a:cs typeface="+mn-lt"/>
              </a:rPr>
              <a:t>Explore the folium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 map and make a proper screenshot to show the color-labeled launch outcomes on the map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spcBef>
                <a:spcPts val="1400"/>
              </a:spcBef>
            </a:pPr>
            <a:endParaRPr lang="en-US">
              <a:solidFill>
                <a:schemeClr val="accent3">
                  <a:lumMod val="25000"/>
                </a:schemeClr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E0ECA32-E146-40DA-85CD-9677244BC3EC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&lt;Folium Map Screenshot 2&gt;</a:t>
            </a:r>
          </a:p>
        </p:txBody>
      </p:sp>
    </p:spTree>
    <p:extLst>
      <p:ext uri="{BB962C8B-B14F-4D97-AF65-F5344CB8AC3E}">
        <p14:creationId xmlns:p14="http://schemas.microsoft.com/office/powerpoint/2010/main" val="2395978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37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690688"/>
            <a:ext cx="8597827" cy="4314825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Replace &lt;Folium map screenshot 3&gt; title with an appropriate title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Explore the generated folium map and show the screenshot of a selected launch site to its proximities such as railway, highway, coastline, with distance calculated and displayed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4C97452-C78A-4701-B8AB-ABFE63D5BED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&lt;Folium Map Screenshot 3&gt;</a:t>
            </a:r>
          </a:p>
        </p:txBody>
      </p:sp>
    </p:spTree>
    <p:extLst>
      <p:ext uri="{BB962C8B-B14F-4D97-AF65-F5344CB8AC3E}">
        <p14:creationId xmlns:p14="http://schemas.microsoft.com/office/powerpoint/2010/main" val="2324990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8BBD4D-F87B-2648-91EB-CF6A4BF6870A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4</a:t>
            </a:r>
          </a:p>
        </p:txBody>
      </p:sp>
    </p:spTree>
    <p:extLst>
      <p:ext uri="{BB962C8B-B14F-4D97-AF65-F5344CB8AC3E}">
        <p14:creationId xmlns:p14="http://schemas.microsoft.com/office/powerpoint/2010/main" val="7334617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39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Replace &lt;Dashboard screenshot 1&gt; title with an appropriate title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Show the screenshot of launch success count for all sites, in a </a:t>
            </a:r>
            <a:r>
              <a:rPr lang="en-US" sz="2200" dirty="0" err="1">
                <a:solidFill>
                  <a:schemeClr val="accent3">
                    <a:lumMod val="25000"/>
                  </a:schemeClr>
                </a:solidFill>
                <a:latin typeface="Abadi"/>
              </a:rPr>
              <a:t>piechart</a:t>
            </a: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456A072-47A6-4424-9ABE-F398119040D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&lt;Dashboard Screenshot 1&gt;</a:t>
            </a:r>
          </a:p>
        </p:txBody>
      </p:sp>
    </p:spTree>
    <p:extLst>
      <p:ext uri="{BB962C8B-B14F-4D97-AF65-F5344CB8AC3E}">
        <p14:creationId xmlns:p14="http://schemas.microsoft.com/office/powerpoint/2010/main" val="7001329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40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34027" y="1825625"/>
            <a:ext cx="10551583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Replace &lt;Dashboard screenshot 2&gt; title with an appropriate title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Show the screenshot of the </a:t>
            </a:r>
            <a:r>
              <a:rPr lang="en-US" sz="2200" dirty="0" err="1">
                <a:solidFill>
                  <a:schemeClr val="accent3">
                    <a:lumMod val="25000"/>
                  </a:schemeClr>
                </a:solidFill>
                <a:latin typeface="Abadi"/>
              </a:rPr>
              <a:t>piechart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 for the launch site with highest launch success ratio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EF94599-779E-457E-B57B-6063EBF7A840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&lt;Dashboard Screenshot 2&gt;</a:t>
            </a:r>
          </a:p>
        </p:txBody>
      </p:sp>
    </p:spTree>
    <p:extLst>
      <p:ext uri="{BB962C8B-B14F-4D97-AF65-F5344CB8AC3E}">
        <p14:creationId xmlns:p14="http://schemas.microsoft.com/office/powerpoint/2010/main" val="18661607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41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1" y="1825625"/>
            <a:ext cx="10414662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Replace &lt;Dashboard screenshot 3&gt; title with an appropriate title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screenshots of Payload vs. Launch Outcome scatter plot for all sites, with different payload selected in the range slider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screenshot, such as which payload range or booster version have the largest success rate, etc.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D271BF5-BAA1-4CEB-A575-76A097FABBB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&lt;Dashboard Screenshot 3&gt;</a:t>
            </a:r>
          </a:p>
        </p:txBody>
      </p:sp>
    </p:spTree>
    <p:extLst>
      <p:ext uri="{BB962C8B-B14F-4D97-AF65-F5344CB8AC3E}">
        <p14:creationId xmlns:p14="http://schemas.microsoft.com/office/powerpoint/2010/main" val="2523596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37DFD2-2B76-8445-A1BD-6628DC42C398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5</a:t>
            </a:r>
          </a:p>
        </p:txBody>
      </p:sp>
    </p:spTree>
    <p:extLst>
      <p:ext uri="{BB962C8B-B14F-4D97-AF65-F5344CB8AC3E}">
        <p14:creationId xmlns:p14="http://schemas.microsoft.com/office/powerpoint/2010/main" val="12903941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C985E-BCEF-DD49-BB47-C4649A79F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43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0" y="2082114"/>
            <a:ext cx="5325989" cy="38115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Visualize the built model accuracy for all </a:t>
            </a: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/>
              </a:rPr>
              <a:t>built classification models, in a bar chart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Find which model has the highest classification accuracy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68D8986-45AC-4FB5-96E8-C45F9603EB5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Classification Accuracy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94460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C985E-BCEF-DD49-BB47-C4649A79F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44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57400"/>
            <a:ext cx="9477960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confusion matrix of the best performing model with an explanation 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33106AC-60D7-46AE-8E64-7B84ABDBD099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Confusion Matrix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50342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A56319-AADE-D741-AA33-1311B7CA8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45</a:t>
            </a:fld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8684E62-A9F8-4E7A-AB01-78893062A1B4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770011" y="1875054"/>
            <a:ext cx="5903913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Point 1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Point 2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Point 3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Point 4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…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B98079A-48C6-4E10-8AB1-B940BD1E42D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Conclusions</a:t>
            </a:r>
            <a:endParaRPr lang="en-US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01236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25D5A-386D-C541-9D42-BBDEA8228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46</a:t>
            </a:fld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8684E62-A9F8-4E7A-AB01-78893062A1B4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770011" y="1859522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Include any relevant assets like Python code snippets, SQL queries, charts, Notebook outputs, or data sets that you may have created during this project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0F8A56C-5EE1-4DBF-842D-C2A130AA680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Appendix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000852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1040741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2" ma:contentTypeDescription="Create a new document." ma:contentTypeScope="" ma:versionID="5271f8e20090c87afed7729ac71f61b2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cf12c133eb44377ebd94fdb7db4757b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4DA07C5-A406-4A0D-B3E6-3856C94AC7F3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f80a141d-92ca-4d3d-9308-f7e7b1d44ce8"/>
    <ds:schemaRef ds:uri="http://purl.org/dc/dcmitype/"/>
    <ds:schemaRef ds:uri="http://www.w3.org/XML/1998/namespace"/>
    <ds:schemaRef ds:uri="155be751-a274-42e8-93fb-f39d3b9bccc8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D840426-F08D-42AC-9846-A20E4AB85A26}">
  <ds:schemaRefs>
    <ds:schemaRef ds:uri="155be751-a274-42e8-93fb-f39d3b9bccc8"/>
    <ds:schemaRef ds:uri="f80a141d-92ca-4d3d-9308-f7e7b1d44ce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</TotalTime>
  <Words>1346</Words>
  <Application>Microsoft Office PowerPoint</Application>
  <PresentationFormat>Widescreen</PresentationFormat>
  <Paragraphs>234</Paragraphs>
  <Slides>47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2" baseType="lpstr">
      <vt:lpstr>Abadi</vt:lpstr>
      <vt:lpstr>Arial</vt:lpstr>
      <vt:lpstr>Calibri</vt:lpstr>
      <vt:lpstr>IBM Plex Mono SemiBold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&lt;Title&gt;</dc:title>
  <dc:creator>YAN Luo</dc:creator>
  <cp:lastModifiedBy>Adithya SM</cp:lastModifiedBy>
  <cp:revision>199</cp:revision>
  <dcterms:created xsi:type="dcterms:W3CDTF">2021-04-29T18:58:34Z</dcterms:created>
  <dcterms:modified xsi:type="dcterms:W3CDTF">2026-02-15T11:10:51Z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0x010100EECD86F56755A646AC8AFCBCBD967F21</vt:lpwstr>
  </property>
</Properties>
</file>